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856" r:id="rId3"/>
    <p:sldId id="859" r:id="rId4"/>
    <p:sldId id="861" r:id="rId5"/>
    <p:sldId id="862" r:id="rId6"/>
    <p:sldId id="857" r:id="rId7"/>
    <p:sldId id="85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251E2DE-9459-481F-A378-6A0E46966E9C}">
          <p14:sldIdLst>
            <p14:sldId id="256"/>
            <p14:sldId id="856"/>
            <p14:sldId id="859"/>
            <p14:sldId id="861"/>
            <p14:sldId id="862"/>
            <p14:sldId id="857"/>
            <p14:sldId id="8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02.621"/>
    </inkml:context>
    <inkml:brush xml:id="br0">
      <inkml:brushProperty name="width" value="0.025" units="cm"/>
      <inkml:brushProperty name="height" value="0.025" units="cm"/>
      <inkml:brushProperty name="color" value="#E71224"/>
    </inkml:brush>
  </inkml:definitions>
  <inkml:trace contextRef="#ctx0" brushRef="#br0">26 7 24575,'0'-5'0,"0"4"0,0 9 0,0 14 0,0 15 0,0 14 0,-4 8 0,-2 3 0,0-2 0,1-5 0,2-4 0,1-7 0,6-14 0,1-22 0,1-11-8191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03.085"/>
    </inkml:context>
    <inkml:brush xml:id="br0">
      <inkml:brushProperty name="width" value="0.025" units="cm"/>
      <inkml:brushProperty name="height" value="0.025" units="cm"/>
      <inkml:brushProperty name="color" value="#E71224"/>
    </inkml:brush>
  </inkml:definitions>
  <inkml:trace contextRef="#ctx0" brushRef="#br0">1 55 24575,'6'69'0,"-6"-65"0,1 0 0,0 0 0,0-1 0,1 1 0,-1-1 0,1 1 0,0-1 0,0 0 0,0 1 0,0-1 0,0 0 0,1 0 0,0 0 0,-1-1 0,6 5 0,-6-6 0,-1-1 0,0 1 0,1-1 0,-1 1 0,1-1 0,-1 0 0,1 1 0,-1-1 0,0 0 0,1 0 0,-1 0 0,1 0 0,-1 0 0,1-1 0,-1 1 0,1 0 0,-1-1 0,0 1 0,1 0 0,-1-1 0,0 0 0,1 1 0,-1-1 0,0 0 0,0 0 0,1 0 0,-1 0 0,0 0 0,0 0 0,0 0 0,0 0 0,0 0 0,-1 0 0,1 0 0,1-2 0,31-55 0,-26 43 0,9-21 0,-13 27 0,1 0 0,0 0 0,0 1 0,9-12 0,-13 20 0,0 0 0,0-1 0,0 1 0,0 0 0,0 0 0,0 0 0,0 0 0,1 0 0,-1 0 0,0 0 0,0 0 0,0 0 0,0 0 0,0 0 0,0-1 0,0 1 0,1 0 0,-1 0 0,0 0 0,0 0 0,0 0 0,0 0 0,0 0 0,0 0 0,1 0 0,-1 0 0,0 0 0,0 0 0,0 0 0,0 0 0,0 0 0,0 1 0,1-1 0,-1 0 0,0 0 0,0 0 0,0 0 0,0 0 0,0 0 0,0 0 0,0 0 0,1 0 0,-1 0 0,0 0 0,0 1 0,0-1 0,0 0 0,0 0 0,0 0 0,0 0 0,0 0 0,0 0 0,0 1 0,0-1 0,0 0 0,0 0 0,0 0 0,0 0 0,0 0 0,4 16 0,-1 15 0,-5 122 0,1 47 0,1-197 0,0 0 0,0 0 0,1 0 0,-1 1 0,1-1 0,-1 0 0,1 0 0,0 0 0,0 0 0,0 0 0,1 0 0,-1-1 0,1 1 0,0 0 0,2 2 0,-3-4 0,1 0 0,-1-1 0,0 1 0,1-1 0,-1 1 0,1-1 0,-1 1 0,1-1 0,0 0 0,-1 0 0,1 0 0,-1 0 0,1 0 0,-1 0 0,1 0 0,-1-1 0,1 1 0,-1 0 0,1-1 0,-1 1 0,1-1 0,-1 0 0,1 0 0,-1 1 0,0-1 0,0 0 0,1 0 0,-1 0 0,0 0 0,0 0 0,1-2 0,3-1-170,-1 0-1,1 0 0,-1 0 1,0-1-1,0 0 0,-1 0 1,6-9-1,5-15-6655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03.584"/>
    </inkml:context>
    <inkml:brush xml:id="br0">
      <inkml:brushProperty name="width" value="0.025" units="cm"/>
      <inkml:brushProperty name="height" value="0.025" units="cm"/>
      <inkml:brushProperty name="color" value="#E71224"/>
    </inkml:brush>
  </inkml:definitions>
  <inkml:trace contextRef="#ctx0" brushRef="#br0">4 1 24575,'-1'40'0,"0"-29"0,0 1 0,0 0 0,2 0 0,-1 0 0,2 0 0,-1 0 0,2 0 0,-1-1 0,8 18 0,-10-28 0,1 0 0,-1 0 0,0 0 0,1-1 0,-1 1 0,0 0 0,1-1 0,-1 1 0,1 0 0,0-1 0,-1 1 0,1-1 0,-1 1 0,1 0 0,0-1 0,0 0 0,-1 1 0,1-1 0,0 1 0,0-1 0,-1 0 0,1 0 0,0 1 0,0-1 0,0 0 0,0 0 0,-1 0 0,1 0 0,1 0 0,0 0 0,-1-1 0,1 0 0,-1 0 0,1 0 0,-1 1 0,1-1 0,-1 0 0,0-1 0,1 1 0,-1 0 0,0 0 0,0-1 0,1-1 0,26-49 0,-15-8 0,-7 30 0,-1 67 0,-4-27 0,0 1 0,1-1 0,0 0 0,1 0 0,0-1 0,1 1 0,6 13 0,-9-21 0,0 0 0,0 1 0,0-1 0,0 0 0,0 0 0,1 0 0,-1 0 0,1 0 0,-1 0 0,1-1 0,0 1 0,0 0 0,0-1 0,0 1 0,0-1 0,0 0 0,0 0 0,0 0 0,0 0 0,1 0 0,-1 0 0,0 0 0,1-1 0,-1 1 0,1-1 0,-1 0 0,0 0 0,1 0 0,-1 0 0,1 0 0,-1 0 0,1-1 0,-1 1 0,0-1 0,1 0 0,-1 1 0,3-3 0,0 0-15,-1 0 1,0-1-1,-1 1 0,1-1 0,-1 0 0,1 0 0,-1-1 1,0 1-1,-1 0 0,1-1 0,2-6 0,4-6-1172,8-11-5639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04.207"/>
    </inkml:context>
    <inkml:brush xml:id="br0">
      <inkml:brushProperty name="width" value="0.025" units="cm"/>
      <inkml:brushProperty name="height" value="0.025" units="cm"/>
      <inkml:brushProperty name="color" value="#E71224"/>
    </inkml:brush>
  </inkml:definitions>
  <inkml:trace contextRef="#ctx0" brushRef="#br0">35 160 24575,'0'-1'0,"0"1"0,0-1 0,-1 1 0,1-1 0,0 1 0,0-1 0,0 1 0,-1-1 0,1 1 0,0-1 0,-1 1 0,1-1 0,0 1 0,-1 0 0,1-1 0,-1 1 0,1 0 0,-1-1 0,1 1 0,-1 0 0,1-1 0,-1 1 0,1 0 0,-1 0 0,1 0 0,-1-1 0,1 1 0,-1 0 0,1 0 0,-1 0 0,1 0 0,-1 0 0,0 0 0,1 0 0,-1 0 0,1 0 0,-1 1 0,1-1 0,-1 0 0,1 0 0,-1 0 0,1 0 0,-1 1 0,1-1 0,-1 0 0,1 1 0,-1-1 0,1 0 0,-1 1 0,0 0 0,0-1 0,1 0 0,-1 0 0,0 1 0,1-1 0,-1 1 0,0-1 0,1 1 0,-1-1 0,1 1 0,-1-1 0,1 1 0,-1-1 0,1 1 0,-1 0 0,1-1 0,-1 1 0,1 0 0,0-1 0,0 1 0,-1 0 0,1-1 0,0 1 0,0 0 0,0 0 0,0-1 0,-1 1 0,1 0 0,0 0 0,0-1 0,1 1 0,-1 0 0,0 0 0,0-1 0,0 1 0,0 0 0,1 0 0,-1-1 0,0 1 0,1 0 0,0 0 0,4 3 0,1 0 0,0-1 0,0 1 0,0-1 0,0-1 0,0 1 0,1-1 0,-1 0 0,1 0 0,0-1 0,7 1 0,24 6 0,-31-5 0,0-1 0,0 1 0,0 0 0,-1 1 0,1 0 0,-1 0 0,1 0 0,-1 1 0,-1-1 0,1 2 0,-1-1 0,0 0 0,6 9 0,-8-10 0,-1 1 0,0-1 0,0 1 0,0-1 0,0 1 0,-1-1 0,0 1 0,0 0 0,0 0 0,-1 0 0,1 0 0,-1 0 0,0-1 0,-1 1 0,1 0 0,-1 0 0,0 0 0,0 0 0,-1-1 0,1 1 0,-5 8 0,2-4 0,-1 0 0,0 0 0,-1-1 0,0 0 0,-9 10 0,13-16 0,0 1 0,0-1 0,0 0 0,0 0 0,0 0 0,0-1 0,-1 1 0,1 0 0,-1-1 0,0 1 0,1-1 0,-1 0 0,0 0 0,0 0 0,1-1 0,-1 1 0,0 0 0,0-1 0,0 0 0,0 0 0,0 0 0,-5 0 0,7-1 0,0 1 0,0-1 0,0 1 0,0-1 0,0 0 0,0 0 0,0 1 0,0-1 0,0 0 0,0 0 0,0 0 0,0 0 0,0 0 0,1 0 0,-1 0 0,0-1 0,1 1 0,-1 0 0,1 0 0,-1 0 0,1-1 0,0 1 0,-1 0 0,1 0 0,0-1 0,0 1 0,0 0 0,0-1 0,0 1 0,0 0 0,0 0 0,1-1 0,-1 1 0,0 0 0,1-1 0,-1 1 0,1 0 0,-1 0 0,1 0 0,1-2 0,30-55 0,-29 52 0,48-68 0,39-65 0,-79 120 0,-1 0 0,-1-1 0,-1-1 0,0 1 0,5-26 0,-11 28 0,-5 24 0,-7 30 0,3 27 0,3 1 0,2-1 0,10 90 0,-7-144 0,1-1 0,0 0 0,1 0 0,-1 0 0,1-1 0,1 1 0,0 0 0,5 6 0,-9-12 0,1-1 0,0 1 0,0-1 0,0 0 0,0 0 0,0 0 0,0 0 0,0 1 0,0-1 0,1-1 0,-1 1 0,0 0 0,0 0 0,1 0 0,-1-1 0,1 1 0,-1 0 0,1-1 0,-1 0 0,1 1 0,-1-1 0,1 0 0,-1 0 0,1 0 0,-1 0 0,1 0 0,-1 0 0,1 0 0,0 0 0,-1-1 0,1 1 0,-1 0 0,0-1 0,1 1 0,-1-1 0,1 0 0,-1 0 0,0 1 0,1-1 0,-1 0 0,0 0 0,0 0 0,0 0 0,0-1 0,0 1 0,0 0 0,0 0 0,0-1 0,1-1 0,13-21-1365,-4-1-5461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04.624"/>
    </inkml:context>
    <inkml:brush xml:id="br0">
      <inkml:brushProperty name="width" value="0.025" units="cm"/>
      <inkml:brushProperty name="height" value="0.025" units="cm"/>
      <inkml:brushProperty name="color" value="#E71224"/>
    </inkml:brush>
  </inkml:definitions>
  <inkml:trace contextRef="#ctx0" brushRef="#br0">0 100 24575,'9'0'0,"11"-4"0,16-11 0,19-7 0,13-8 0,-5 1-8191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05.212"/>
    </inkml:context>
    <inkml:brush xml:id="br0">
      <inkml:brushProperty name="width" value="0.025" units="cm"/>
      <inkml:brushProperty name="height" value="0.025" units="cm"/>
      <inkml:brushProperty name="color" value="#E71224"/>
    </inkml:brush>
  </inkml:definitions>
  <inkml:trace contextRef="#ctx0" brushRef="#br0">21 1 24575,'0'22'0,"0"86"0,-20 163 0,20-269 0,1-6 0,3-16 0,15-32 0,-13 41 0,0 0 0,2 1 0,-1 0 0,1 0 0,0 1 0,1 0 0,0 0 0,1 1 0,20-13 0,-29 20 0,0 0 0,0 1 0,0-1 0,0 1 0,1 0 0,-1-1 0,0 1 0,0 0 0,1 0 0,-1-1 0,0 1 0,0 0 0,1 0 0,-1 1 0,0-1 0,0 0 0,1 0 0,-1 1 0,0-1 0,0 0 0,0 1 0,1-1 0,-1 1 0,0 0 0,0-1 0,2 2 0,-1 1 0,-1-1 0,1 0 0,-1 0 0,0 0 0,0 1 0,0-1 0,0 0 0,0 1 0,0-1 0,0 1 0,-1 0 0,1 3 0,0 3 0,-1 0 0,0 0 0,0 1 0,-1-1 0,0 0 0,-4 14 0,3-16 0,-1 0 0,0-1 0,-1 1 0,1-1 0,-1 0 0,-1 0 0,1 0 0,-1 0 0,-5 5 0,7-9 0,1 0 0,0 0 0,-1 0 0,1 0 0,-1 0 0,1-1 0,-1 1 0,0-1 0,0 1 0,0-1 0,0 0 0,0 0 0,0-1 0,0 1 0,0 0 0,0-1 0,0 0 0,0 0 0,0 0 0,0 0 0,0 0 0,-6-2 0,8 2-35,0-1 0,0 1 0,0 0 0,0-1 0,0 1 0,0-1 0,0 0 0,1 1 0,-1-1 0,0 0 0,0 1 0,1-1 0,-1 0 0,0 0 0,1 0 0,-1 0 0,1 1 0,-1-1 0,1 0 0,-1 0 0,1 0 0,0 0 0,0 0 0,-1 0 0,1 0 0,0 0 0,0 0 0,0-1 0,0 1 0,0 0 0,0 0 0,0 0 0,0 0 0,1 0 0,-1 0 0,0 0 0,1 0 0,0-1 0,9-18-6791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05.663"/>
    </inkml:context>
    <inkml:brush xml:id="br0">
      <inkml:brushProperty name="width" value="0.025" units="cm"/>
      <inkml:brushProperty name="height" value="0.025" units="cm"/>
      <inkml:brushProperty name="color" value="#E71224"/>
    </inkml:brush>
  </inkml:definitions>
  <inkml:trace contextRef="#ctx0" brushRef="#br0">177 0 24575,'-3'1'0,"0"0"0,1-1 0,-1 1 0,0 0 0,1 0 0,-1 0 0,1 1 0,-1-1 0,1 1 0,0-1 0,-1 1 0,1 0 0,0 0 0,0 0 0,0 0 0,1 0 0,-1 0 0,0 1 0,1-1 0,-1 0 0,1 1 0,0-1 0,0 1 0,-2 5 0,2-4 0,-1 0 0,1 0 0,0-1 0,0 1 0,0 0 0,0 0 0,1 0 0,0 1 0,0-1 0,0 0 0,0 0 0,1 0 0,-1 0 0,1 0 0,0 0 0,2 5 0,-3-9 0,0 0 0,0 1 0,0-1 0,0 0 0,0 0 0,0 1 0,0-1 0,0 0 0,1 0 0,-1 1 0,0-1 0,0 0 0,0 0 0,0 0 0,0 1 0,0-1 0,1 0 0,-1 0 0,0 0 0,0 1 0,0-1 0,1 0 0,-1 0 0,0 0 0,0 0 0,0 0 0,1 0 0,-1 1 0,0-1 0,0 0 0,1 0 0,-1 0 0,0 0 0,0 0 0,1 0 0,-1 0 0,0 0 0,0 0 0,1 0 0,-1 0 0,0 0 0,0 0 0,0 0 0,1 0 0,-1-1 0,0 1 0,0 0 0,1 0 0,-1 0 0,0 0 0,0 0 0,0 0 0,1-1 0,-1 1 0,0 0 0,0 0 0,0 0 0,0-1 0,1 1 0,-1 0 0,0 0 0,0 0 0,0-1 0,0 1 0,0 0 0,0 0 0,0-1 0,0 1 0,0 0 0,1-20 0,-2 18 0,1 0 0,-1 1 0,0-1 0,1 1 0,-1-1 0,0 1 0,0-1 0,0 1 0,0 0 0,0 0 0,0-1 0,-1 1 0,1 0 0,0 0 0,-1 0 0,1 0 0,-1 0 0,1 1 0,-1-1 0,1 0 0,-1 1 0,1-1 0,-1 1 0,0-1 0,1 1 0,-1 0 0,1 0 0,-1 0 0,0 0 0,0 0 0,1 0 0,-1 0 0,0 0 0,1 1 0,-1-1 0,1 1 0,-1-1 0,0 1 0,1-1 0,-1 1 0,-1 1 0,-2 1 0,0 0 0,0 1 0,0-1 0,0 1 0,1 0 0,0 0 0,0 0 0,0 1 0,0-1 0,-5 10 0,6-8 0,0-1 0,0 1 0,1 0 0,0 0 0,0 1 0,0-1 0,1 0 0,0 1 0,0-1 0,1 0 0,-1 1 0,2-1 0,-1 1 0,3 12 0,-2-15 0,0 0 0,1-1 0,-1 1 0,1 0 0,0-1 0,0 1 0,0-1 0,1 1 0,-1-1 0,1 0 0,0 0 0,0 0 0,0-1 0,0 1 0,0-1 0,1 1 0,-1-1 0,1 0 0,-1 0 0,1-1 0,0 1 0,0-1 0,0 0 0,5 1 0,5 1-114,-1-1 1,1-1-1,0-1 0,0 0 0,0 0 1,0-1-1,0-1 0,0-1 0,-1 0 1,1 0-1,24-11 0,-2-3-6712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06.055"/>
    </inkml:context>
    <inkml:brush xml:id="br0">
      <inkml:brushProperty name="width" value="0.025" units="cm"/>
      <inkml:brushProperty name="height" value="0.025" units="cm"/>
      <inkml:brushProperty name="color" value="#E71224"/>
    </inkml:brush>
  </inkml:definitions>
  <inkml:trace contextRef="#ctx0" brushRef="#br0">27 1 24575,'-4'0'0,"-2"8"0,0 8 0,2 9 0,1 15 0,1 3 0,1 0 0,0-4 0,1-12 0,0-16 0,1-17 0,-1-9-8191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06.458"/>
    </inkml:context>
    <inkml:brush xml:id="br0">
      <inkml:brushProperty name="width" value="0.025" units="cm"/>
      <inkml:brushProperty name="height" value="0.025" units="cm"/>
      <inkml:brushProperty name="color" value="#E71224"/>
    </inkml:brush>
  </inkml:definitions>
  <inkml:trace contextRef="#ctx0" brushRef="#br0">1 1 24575,'0'5'0,"4"9"0,2 3-8191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06.877"/>
    </inkml:context>
    <inkml:brush xml:id="br0">
      <inkml:brushProperty name="width" value="0.025" units="cm"/>
      <inkml:brushProperty name="height" value="0.025" units="cm"/>
      <inkml:brushProperty name="color" value="#E71224"/>
    </inkml:brush>
  </inkml:definitions>
  <inkml:trace contextRef="#ctx0" brushRef="#br0">42 14 24575,'0'26'0,"0"0"0,-2 0 0,-1 1 0,-1-1 0,-1-1 0,-13 37 0,9-39 0,15-49 0,0 4 0,-3 7 0,1 0 0,1 0 0,0 0 0,1 1 0,0 0 0,1 0 0,1 1 0,0 0 0,1 0 0,0 0 0,1 1 0,22-20 0,-31 31 0,0 1 0,0-1 0,0 0 0,0 0 0,0 0 0,0 1 0,0-1 0,1 1 0,-1-1 0,0 1 0,0-1 0,1 1 0,-1 0 0,0 0 0,1-1 0,-1 1 0,0 0 0,1 0 0,-1 0 0,0 1 0,1-1 0,-1 0 0,0 0 0,1 1 0,-1-1 0,2 1 0,-1 1 0,0 0 0,0-1 0,0 1 0,0 0 0,-1 0 0,1 0 0,-1 0 0,1 1 0,-1-1 0,0 0 0,0 1 0,2 3 0,1 7 0,-1 0 0,0 1 0,0-1 0,0 15 0,-3-4-119,0-15 169,1 0 0,-1-1 0,1 1 1,5 17-1,-6-24-113,1 0 1,0 0 0,0 0-1,0 0 1,0 0-1,1 0 1,-1 0 0,0 0-1,1-1 1,-1 1 0,1 0-1,0-1 1,-1 1 0,1-1-1,0 0 1,0 1 0,0-1-1,0 0 1,0 0-1,0 0 1,0-1 0,1 1-1,3 1 1,14-1-6764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07.265"/>
    </inkml:context>
    <inkml:brush xml:id="br0">
      <inkml:brushProperty name="width" value="0.025" units="cm"/>
      <inkml:brushProperty name="height" value="0.025" units="cm"/>
      <inkml:brushProperty name="color" value="#E71224"/>
    </inkml:brush>
  </inkml:definitions>
  <inkml:trace contextRef="#ctx0" brushRef="#br0">117 0 24575,'-9'4'0,"-7"15"0,-1 9 0,-6 7 0,1 8 0,3 4 0,11-5 0,5-6 0,13-9 0,9-9 0,5-7 0,8-6 0,11-17 0,-2-6-8191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07.798"/>
    </inkml:context>
    <inkml:brush xml:id="br0">
      <inkml:brushProperty name="width" value="0.025" units="cm"/>
      <inkml:brushProperty name="height" value="0.025" units="cm"/>
      <inkml:brushProperty name="color" value="#E71224"/>
    </inkml:brush>
  </inkml:definitions>
  <inkml:trace contextRef="#ctx0" brushRef="#br0">104 68 24575,'-2'1'0,"-1"1"0,1-1 0,0 1 0,-1-1 0,1 1 0,0 0 0,0 0 0,0 0 0,0 0 0,1 0 0,-1 0 0,0 1 0,1-1 0,-1 1 0,1-1 0,-1 4 0,0-3 0,-9 16 0,2 1 0,0 0 0,1 0 0,1 1 0,0 0 0,2 0 0,1 0 0,-3 37 0,6-55 0,1-1 0,0 1 0,0-1 0,0 1 0,0-1 0,0 0 0,1 1 0,-1-1 0,1 1 0,-1-1 0,1 0 0,0 1 0,0-1 0,0 0 0,0 0 0,0 1 0,1-1 0,-1 0 0,1 0 0,-1-1 0,1 1 0,0 0 0,0 0 0,-1-1 0,1 1 0,0-1 0,1 0 0,-1 1 0,0-1 0,0 0 0,1 0 0,-1 0 0,0-1 0,1 1 0,-1-1 0,0 1 0,1-1 0,-1 0 0,1 0 0,-1 0 0,6 0 0,-1-1 0,1-1 0,0 1 0,-1-1 0,1 0 0,-1-1 0,1 0 0,-1 0 0,0 0 0,0-1 0,-1 0 0,1-1 0,7-5 0,-6 2 0,0 0 0,-1 0 0,0-1 0,-1 0 0,0 0 0,0 0 0,-1-1 0,0 0 0,0 0 0,3-14 0,-6 17 0,0 0 0,-1 0 0,1-1 0,-2 1 0,1-1 0,-1 1 0,0 0 0,0-1 0,-1 1 0,0-1 0,-1 1 0,1 0 0,-1 0 0,-1 0 0,1 0 0,-5-7 0,6 11 0,0 1 0,0 0 0,0 0 0,0 1 0,0-1 0,0 0 0,0 0 0,-1 0 0,1 1 0,-1-1 0,1 1 0,-1-1 0,0 1 0,0 0 0,1-1 0,-1 1 0,0 0 0,0 0 0,0 1 0,0-1 0,0 0 0,-1 0 0,1 1 0,0 0 0,0-1 0,0 1 0,0 0 0,-1 0 0,1 0 0,0 0 0,0 0 0,0 1 0,-1-1 0,1 1 0,0 0 0,0-1 0,0 1 0,0 0 0,0 0 0,0 0 0,0 0 0,1 1 0,-1-1 0,0 0 0,0 1 0,1-1 0,-2 3 0,1-2 0,0 0 0,0 0 0,0 0 0,0 0 0,0 1 0,1-1 0,-1 1 0,1-1 0,0 1 0,0-1 0,0 1 0,0 0 0,0-1 0,1 1 0,-1 0 0,1 0 0,-1 0 0,1-1 0,0 1 0,0 0 0,1 0 0,-1 0 0,1 0 0,-1-1 0,1 1 0,0 0 0,0 0 0,0-1 0,0 1 0,0-1 0,1 1 0,-1-1 0,1 1 0,0-1 0,2 3 0,1-1 0,0 0 0,0 0 0,0 0 0,1-1 0,-1 0 0,1 0 0,0 0 0,0-1 0,0 0 0,1 0 0,-1 0 0,0-1 0,1 0 0,-1 0 0,0 0 0,1-1 0,-1 0 0,1-1 0,-1 1 0,1-1 0,-1 0 0,0-1 0,1 0 0,-1 0 0,0 0 0,0-1 0,0 1 0,-1-1 0,1-1 0,-1 1 0,1-1 0,-1 0 0,0 0 0,0-1 0,-1 1 0,0-1 0,0 0 0,0 0 0,0-1 0,-1 1 0,1-1 0,-1 0 0,-1 0 0,1 0 0,-1 0 0,0 0 0,-1 0 0,1-1 0,-1 1 0,-1-1 0,1 1 0,-1-7 0,-1 6 0,0 1 0,-1-1 0,0 0 0,0 1 0,0-1 0,-7-10 0,9 16 0,0 0 0,-1 0 0,1 0 0,0 1 0,0-1 0,-1 0 0,1 0 0,-1 0 0,1 1 0,-1-1 0,1 0 0,-1 1 0,1-1 0,-1 0 0,0 1 0,1-1 0,-1 1 0,0-1 0,0 1 0,1-1 0,-1 1 0,0 0 0,0-1 0,0 1 0,1 0 0,-1 0 0,0-1 0,0 1 0,0 0 0,0 0 0,0 0 0,0 0 0,1 0 0,-1 0 0,0 0 0,0 1 0,0-1 0,0 0 0,1 0 0,-1 1 0,0-1 0,0 0 0,0 1 0,1-1 0,-1 1 0,0-1 0,0 1 0,1-1 0,-1 1 0,1 0 0,-1-1 0,0 1 0,1 0 0,-1-1 0,1 1 0,0 0 0,-1 0 0,1 0 0,0-1 0,-1 1 0,1 0 0,0 0 0,-1 1 0,0 0 0,-1 1 0,1 0 0,-1-1 0,1 1 0,0 0 0,0 0 0,0-1 0,1 1 0,-1 0 0,1 0 0,-1 0 0,1 0 0,0 0 0,0 0 0,0 0 0,1 0 0,-1 0 0,1 0 0,-1 0 0,1 0 0,0 0 0,0-1 0,0 1 0,1 0 0,-1-1 0,1 1 0,-1-1 0,1 1 0,0-1 0,0 0 0,0 1 0,0-1 0,0 0 0,1 0 0,-1-1 0,4 3 0,-1-1 0,0-1 0,1 1 0,0-1 0,-1-1 0,1 1 0,0-1 0,0 0 0,0 0 0,0 0 0,0-1 0,0 0 0,0 0 0,0-1 0,0 1 0,0-1 0,-1-1 0,12-3 0,-7 2 0,-5 0 0,0 1 0,1 0 0,-1 0 0,1 1 0,0-1 0,10 0 0,-16 2 0,1 0 0,0 0 0,0 0 0,0 1 0,0-1 0,-1 0 0,1 0 0,0 1 0,0-1 0,0 0 0,-1 1 0,1-1 0,0 0 0,-1 1 0,1-1 0,0 1 0,-1 0 0,1-1 0,0 1 0,0 1 0,0 0 0,0-1 0,-1 1 0,1 0 0,-1 0 0,1-1 0,-1 1 0,0 0 0,0 0 0,1 0 0,-1 0 0,-1 0 0,1 0 0,-1 2 0,-10 57 0,7-48 0,0 1 0,2 0 0,0 0 0,0 0 0,1 0 0,1 0 0,0 0 0,4 20 0,-4-32-3,0 0 0,1-1 0,-1 1 0,1 0 0,-1 0 0,1 0 0,0 0 0,0-1-1,0 1 1,0 0 0,0-1 0,0 1 0,0-1 0,1 1 0,-1-1 0,1 0 0,-1 1 0,1-1-1,-1 0 1,1 0 0,-1 0 0,1 0 0,0 0 0,0 0 0,2 0 0,0-1 17,-1 0 0,0 0 1,1 0-1,-1 0 0,0-1 1,0 1-1,1-1 0,-1 0 0,0 0 1,0 0-1,0-1 0,0 1 1,5-4-1,2-1-200,0-1 1,-1-1-1,1 1 0,-1-2 1,-1 1-1,0-1 1,9-12-1,4-17-6640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08.310"/>
    </inkml:context>
    <inkml:brush xml:id="br0">
      <inkml:brushProperty name="width" value="0.025" units="cm"/>
      <inkml:brushProperty name="height" value="0.025" units="cm"/>
      <inkml:brushProperty name="color" value="#E71224"/>
    </inkml:brush>
  </inkml:definitions>
  <inkml:trace contextRef="#ctx0" brushRef="#br0">77 0 24575,'-1'0'0,"0"1"0,0-1 0,0 1 0,0-1 0,0 0 0,0 1 0,0 0 0,0-1 0,0 1 0,0 0 0,1-1 0,-1 1 0,0 0 0,1 0 0,-1 0 0,0-1 0,1 1 0,-1 0 0,1 0 0,-1 0 0,1 0 0,0 0 0,-1 0 0,1 0 0,0 0 0,0 0 0,-1 0 0,1 2 0,-4 37 0,4-33 0,-5 87 0,-14 154 0,17-232 0,-13 123 0,15-121 0,0 0 0,1 0 0,0-1 0,2 1 0,8 29 0,-27-170 0,14 102 0,-2 0 0,1-1 0,1 0 0,0 0 0,2 0 0,1 0 0,1 0 0,5-25 0,-5 41 0,1 1 0,0 0 0,1 0 0,-1 1 0,1-1 0,0 1 0,0-1 0,0 1 0,0 1 0,1-1 0,0 0 0,0 1 0,0 0 0,0 0 0,0 1 0,1 0 0,-1-1 0,1 2 0,-1-1 0,1 1 0,0-1 0,11 1 0,-12 0 0,0 1 0,0 0 0,0 0 0,0 0 0,0 0 0,0 1 0,-1 0 0,1 0 0,0 0 0,0 1 0,-1 0 0,7 2 0,-9-2 0,1 0 0,-1-1 0,0 1 0,0 0 0,0 0 0,0 0 0,0 0 0,0 0 0,-1 1 0,1-1 0,-1 1 0,1-1 0,-1 1 0,0-1 0,0 1 0,0 0 0,0-1 0,-1 1 0,1 0 0,-1 0 0,1-1 0,-1 5 0,-1-4 0,1 0 0,-1 1 0,1-1 0,-1 0 0,0 0 0,0 0 0,0 0 0,-1 0 0,1 0 0,-1 0 0,1-1 0,-1 1 0,0 0 0,0-1 0,0 1 0,-1-1 0,1 0 0,0 0 0,-1 0 0,0 0 0,-5 3 0,5-3 0,0 0 0,0-1 0,-1 1 0,1-1 0,0 1 0,-1-1 0,0 0 0,1-1 0,-1 1 0,1 0 0,-1-1 0,0 0 0,1 0 0,-1 0 0,0 0 0,1-1 0,-1 0 0,0 1 0,-3-3 0,6 3 3,0 0-1,0-1 1,1 1-1,-1-1 1,0 1-1,0-1 1,0 1-1,1-1 0,-1 0 1,0 1-1,1-1 1,-1 0-1,1 0 1,-1 0-1,1 1 1,-1-1-1,1 0 1,-1 0-1,1 0 1,0 0-1,-1 0 1,1 0-1,0 0 0,0 0 1,0 0-1,0 0 1,0 1-1,0-1 1,0 0-1,0 0 1,0 0-1,0 0 1,0 0-1,1 0 1,-1 0-1,0 0 1,1 0-1,-1 0 0,1 0 1,-1 1-1,1-1 1,-1 0-1,1 0 1,0 0-1,32-35-1478,-10 17-5350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09.133"/>
    </inkml:context>
    <inkml:brush xml:id="br0">
      <inkml:brushProperty name="width" value="0.025" units="cm"/>
      <inkml:brushProperty name="height" value="0.025" units="cm"/>
      <inkml:brushProperty name="color" value="#E71224"/>
    </inkml:brush>
  </inkml:definitions>
  <inkml:trace contextRef="#ctx0" brushRef="#br0">90 57 24575,'-3'1'0,"1"-1"0,-1 1 0,1 0 0,-1 0 0,1 1 0,0-1 0,-1 0 0,1 1 0,0-1 0,0 1 0,0 0 0,0-1 0,0 1 0,1 0 0,-1 0 0,1 1 0,-3 2 0,-24 41 0,27-43 0,-2 3 0,0 1 0,0 0 0,0 0 0,1 0 0,0 1 0,1-1 0,-1 0 0,2 1 0,-1-1 0,1 1 0,0-1 0,0 0 0,2 10 0,-1-14 0,-1 0 0,1 0 0,0 0 0,0 0 0,1-1 0,-1 1 0,1 0 0,-1-1 0,1 1 0,0-1 0,0 1 0,0-1 0,0 0 0,0 0 0,0 0 0,1 0 0,-1 0 0,1 0 0,-1-1 0,1 1 0,0-1 0,-1 0 0,1 0 0,0 0 0,0 0 0,0 0 0,0-1 0,0 1 0,0-1 0,0 0 0,0 0 0,0 0 0,0 0 0,5-1 0,-1 0 0,0-1 0,-1 0 0,1 0 0,-1 0 0,1-1 0,-1 1 0,0-2 0,0 1 0,0-1 0,-1 0 0,1 0 0,-1 0 0,0-1 0,0 0 0,-1 0 0,1 0 0,-1 0 0,0-1 0,0 0 0,-1 0 0,0 0 0,0 0 0,0 0 0,2-11 0,-2 11 0,-1-1 0,0 0 0,-1 0 0,1 0 0,-2 0 0,1 0 0,-1 0 0,0 0 0,0-1 0,0 1 0,-1 0 0,-1 0 0,1 0 0,-1 0 0,0 1 0,-1-1 0,1 0 0,-1 1 0,-1 0 0,1-1 0,-1 1 0,0 0 0,-10-10 0,13 15 0,0-1 0,-1 1 0,1 0 0,-1 0 0,1 0 0,-1 0 0,1 0 0,-1 0 0,0 0 0,1 0 0,-1 1 0,0-1 0,0 1 0,1-1 0,-1 1 0,0 0 0,0 0 0,0 0 0,0 0 0,0 0 0,1 0 0,-1 0 0,-2 1 0,1 0 0,0 0 0,0 1 0,1-1 0,-1 1 0,1-1 0,-1 1 0,1 0 0,0 0 0,0 0 0,-1 1 0,2-1 0,-1 0 0,-2 4 0,0 0 0,1-1 0,-1 2 0,1-1 0,0 0 0,1 1 0,0-1 0,0 1 0,0 0 0,1 0 0,0 0 0,0 13 0,1-17 0,0 0 0,0 0 0,1 0 0,0 0 0,-1 0 0,1 0 0,0 0 0,0-1 0,1 1 0,-1 0 0,1-1 0,-1 1 0,1-1 0,0 1 0,0-1 0,0 0 0,0 0 0,0 0 0,0 0 0,5 3 0,-3-3 0,0-1 0,1 1 0,-1-1 0,0 0 0,0 0 0,1 0 0,-1-1 0,1 0 0,-1 1 0,0-1 0,1-1 0,6 0 0,6-3 0,0 0 0,0-2 0,-1 0 0,1 0 0,28-17 0,-36 17 0,1 1 0,-1-2 0,-1 1 0,1-1 0,-1-1 0,0 0 0,0 0 0,-1 0 0,7-11 0,-19 28 0,1 1 0,0-1 0,0 1 0,1 0 0,1 0 0,0 0 0,0 1 0,1-1 0,0 0 0,1 1 0,0-1 0,1 1 0,0-1 0,0 0 0,1 0 0,1 1 0,4 13 0,1 21 0,-8-38 0,0 1 0,1-1 0,0 0 0,1 0 0,-1 0 0,1 0 0,1 0 0,-1 0 0,1-1 0,0 1 0,1-1 0,3 6 0,-4-11-45,-1 0 1,1 0-1,-1-1 0,1 0 0,0 1 0,-1-1 0,1 0 1,-1 0-1,1 0 0,-1-1 0,1 1 0,0-1 0,-1 1 1,1-1-1,-1 0 0,0 0 0,1 0 0,-1 0 1,0 0-1,0-1 0,3-1 0,-3 2-334,20-12-6447</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09.824"/>
    </inkml:context>
    <inkml:brush xml:id="br0">
      <inkml:brushProperty name="width" value="0.025" units="cm"/>
      <inkml:brushProperty name="height" value="0.025" units="cm"/>
      <inkml:brushProperty name="color" value="#E71224"/>
    </inkml:brush>
  </inkml:definitions>
  <inkml:trace contextRef="#ctx0" brushRef="#br0">1 126 24575,'0'-1'0,"-1"-1"0,1 0 0,0 0 0,0 0 0,0 1 0,1-1 0,-1 0 0,0 0 0,1 0 0,-1 1 0,1-1 0,-1 0 0,1 1 0,0-1 0,0 0 0,0 1 0,0-1 0,0 1 0,1-2 0,0 3 0,-1 0 0,0 0 0,1 0 0,-1 0 0,0 0 0,0 0 0,1 0 0,-1 1 0,0-1 0,0 1 0,1-1 0,-1 1 0,0-1 0,0 1 0,0-1 0,0 1 0,0 0 0,0 0 0,0 0 0,0-1 0,0 1 0,0 0 0,0 0 0,-1 0 0,1 0 0,0 1 0,0 1 0,8 8 0,-1 1 0,-1 0 0,0 0 0,-1 1 0,0 0 0,6 21 0,-9-25 0,-1-1 0,0 0 0,0 1 0,-1 0 0,0-1 0,-1 1 0,0 0 0,0-1 0,-1 1 0,0 0 0,-4 15 0,5-23 0,0 0 0,0 0 0,-1 0 0,1 1 0,-1-1 0,1 0 0,-1 0 0,1 0 0,-1 0 0,0 0 0,0 0 0,1 0 0,-1 0 0,0 0 0,0 0 0,0 0 0,0-1 0,0 1 0,0 0 0,0-1 0,0 1 0,-2 0 0,2-1 0,0 0 0,0 0 0,0 0 0,0 0 0,0-1 0,0 1 0,0 0 0,-1-1 0,2 1 0,-1-1 0,0 1 0,0-1 0,0 1 0,0-1 0,0 1 0,0-1 0,0 0 0,1 0 0,-1 1 0,-1-2 0,0-2 0,-1 1 0,1-1 0,-1 1 0,1-1 0,0 0 0,1 0 0,-1 0 0,1 0 0,-1 0 0,1 0 0,0 0 0,0-5 0,2 0 0,0 1 0,0 0 0,1 0 0,0-1 0,0 1 0,1 1 0,0-1 0,1 0 0,-1 1 0,2-1 0,-1 1 0,1 0 0,9-10 0,8-7 0,1 0 0,29-22 0,-33 29 0,-8 9-273,-1 0 0,1 0 0,0 1 0,19-9 0,4 2-6553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10.941"/>
    </inkml:context>
    <inkml:brush xml:id="br0">
      <inkml:brushProperty name="width" value="0.025" units="cm"/>
      <inkml:brushProperty name="height" value="0.025" units="cm"/>
      <inkml:brushProperty name="color" value="#E71224"/>
    </inkml:brush>
  </inkml:definitions>
  <inkml:trace contextRef="#ctx0" brushRef="#br0">156 353 24575,'0'-5'0,"0"-4"0,0 1 0,0-1 0,-1 0 0,-4-16 0,5 24 0,-1 0 0,1 0 0,0 0 0,-1 0 0,1 0 0,-1 0 0,1 0 0,-1 0 0,0 0 0,1 0 0,-1 0 0,0 0 0,0 0 0,1 0 0,-1 1 0,0-1 0,0 0 0,0 1 0,0-1 0,0 1 0,0-1 0,0 1 0,0-1 0,0 1 0,0 0 0,-1-1 0,1 1 0,0 0 0,0 0 0,0 0 0,0 0 0,0 0 0,0 0 0,-1 0 0,1 0 0,0 1 0,0-1 0,0 0 0,0 1 0,0-1 0,0 0 0,0 1 0,0 0 0,0-1 0,0 1 0,-1 0 0,-6 4 0,0 1 0,1 0 0,0 0 0,0 0 0,1 1 0,-1-1 0,2 2 0,-1-1 0,1 1 0,0 0 0,-8 16 0,9-17 0,1 1 0,0-1 0,0 1 0,1 0 0,0-1 0,0 1 0,1 0 0,0 0 0,0 0 0,1 0 0,0 0 0,0 1 0,1-1 0,2 8 0,-3-14 0,0 0 0,1 0 0,-1 0 0,1 0 0,0 0 0,0 0 0,-1 0 0,1 0 0,0-1 0,1 1 0,-1 0 0,0-1 0,0 1 0,1-1 0,-1 1 0,1-1 0,-1 1 0,1-1 0,0 0 0,0 0 0,-1 0 0,1 0 0,0 0 0,0 0 0,0-1 0,0 1 0,0-1 0,0 1 0,0-1 0,0 0 0,0 1 0,0-1 0,0 0 0,0-1 0,0 1 0,0 0 0,0 0 0,0-1 0,0 1 0,0-1 0,0 0 0,0 0 0,0 0 0,0 0 0,2-1 0,4-3 0,-1 1 0,0-1 0,0 0 0,0-1 0,-1 0 0,0 0 0,0 0 0,0-1 0,8-13 0,-8 8 0,0 0 0,-1-1 0,-1 0 0,0 0 0,-1 0 0,0-1 0,-1 1 0,-1-1 0,0 1 0,-1-19 0,-1 67 0,0-19 0,0 1 0,1 0 0,4 24 0,-3-37 0,-1 0 0,1 0 0,0 0 0,1 0 0,-1 0 0,1 0 0,-1-1 0,1 1 0,0-1 0,0 1 0,1-1 0,-1 0 0,1 1 0,0-1 0,0-1 0,0 1 0,0 0 0,0-1 0,0 1 0,5 1 0,-5-3 0,0 0 0,1 0 0,-1 0 0,1 0 0,-1 0 0,1-1 0,-1 0 0,1 0 0,-1 0 0,1 0 0,-1 0 0,1-1 0,-1 0 0,0 1 0,1-1 0,-1 0 0,0-1 0,1 1 0,-1-1 0,0 1 0,0-1 0,0 0 0,0 0 0,-1 0 0,1-1 0,0 1 0,-1-1 0,3-3 0,1-1 0,0 0 0,0 0 0,-1 0 0,0-1 0,-1 0 0,0 0 0,0 0 0,-1-1 0,0 1 0,3-11 0,-2-20 0,-1 0 0,-2 1 0,-1-1 0,-3 0 0,-1 0 0,-11-48 0,4 44 0,11 42 0,0 1 0,0 0 0,0-1 0,0 1 0,0 0 0,0-1 0,0 1 0,0 0 0,0-1 0,0 1 0,0 0 0,0 0 0,0-1 0,0 1 0,-1 0 0,1-1 0,0 1 0,0 0 0,0 0 0,0-1 0,-1 1 0,1 0 0,0 0 0,0 0 0,0-1 0,-1 1 0,1 0 0,0 0 0,-1 0 0,1 0 0,0-1 0,0 1 0,-1 0 0,1 0 0,0 0 0,-1 0 0,1 0 0,0 0 0,0 0 0,-1 0 0,1 0 0,0 0 0,-1 0 0,1 0 0,-1 0 0,-5 17 0,-1 28 0,3 27 0,7 132 0,-1-190 15,1 0 0,0 0 0,1 0 0,1 0 0,0-1 0,1 1 0,11 17 0,-15-27-29,1-1-1,-1 0 1,0 0 0,1 0-1,-1 0 1,1 0-1,0-1 1,0 1 0,0-1-1,0 0 1,1 0 0,-1 0-1,7 3 1,-7-5-40,-1 1 1,1-1-1,-1 0 1,1 0-1,-1 0 1,1 0-1,-1-1 1,1 1-1,-1 0 1,1-1-1,-1 0 1,0 0-1,1 0 1,-1 0-1,0 0 1,0 0-1,0 0 1,1-1-1,-1 1 1,0-1-1,-1 0 1,1 1-1,3-4 1,13-18-6773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11.344"/>
    </inkml:context>
    <inkml:brush xml:id="br0">
      <inkml:brushProperty name="width" value="0.025" units="cm"/>
      <inkml:brushProperty name="height" value="0.025" units="cm"/>
      <inkml:brushProperty name="color" value="#E71224"/>
    </inkml:brush>
  </inkml:definitions>
  <inkml:trace contextRef="#ctx0" brushRef="#br0">1 16 24575,'4'0'0,"11"0"0,6 0 0,1-4 0,0-2 0,-4 1-8191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11.797"/>
    </inkml:context>
    <inkml:brush xml:id="br0">
      <inkml:brushProperty name="width" value="0.025" units="cm"/>
      <inkml:brushProperty name="height" value="0.025" units="cm"/>
      <inkml:brushProperty name="color" value="#E71224"/>
    </inkml:brush>
  </inkml:definitions>
  <inkml:trace contextRef="#ctx0" brushRef="#br0">6 1 24575,'-2'41'0,"3"45"0,-1-80 0,1 0 0,0-1 0,0 1 0,0-1 0,1 1 0,0-1 0,0 1 0,0-1 0,1 0 0,0 0 0,5 7 0,-8-11 0,1 0 0,0 0 0,-1 0 0,1 0 0,0 0 0,0 0 0,0-1 0,0 1 0,0 0 0,0 0 0,0-1 0,0 1 0,0-1 0,0 1 0,0-1 0,0 1 0,0-1 0,0 0 0,1 1 0,-1-1 0,0 0 0,0 0 0,0 0 0,1 0 0,-1 0 0,0 0 0,2 0 0,-2-1 0,1 0 0,0-1 0,-1 1 0,1 0 0,0 0 0,-1-1 0,0 1 0,1-1 0,-1 1 0,0-1 0,0 1 0,1-1 0,-1 0 0,1-2 0,2-6 0,0 0 0,-1 0 0,0 0 0,3-19 0,-6 25 0,0 0 0,0 0 0,0 1 0,0-1 0,-1 0 0,1 0 0,-1 0 0,0 0 0,0 0 0,-1 1 0,1-1 0,-1 1 0,0-1 0,0 1 0,0-1 0,0 1 0,0 0 0,-4-3 0,5 5 0,0 0 0,1 1 0,-1-1 0,0 0 0,0 1 0,0-1 0,0 0 0,0 1 0,0-1 0,-1 1 0,1 0 0,0-1 0,0 1 0,0 0 0,0 0 0,0 0 0,0 0 0,-1 0 0,1 0 0,0 0 0,0 0 0,0 0 0,-2 1 0,1 0 0,0 0 0,0 1 0,0-1 0,0 1 0,0-1 0,0 1 0,1 0 0,-1-1 0,1 1 0,-1 0 0,1 0 0,0 0 0,-1 0 0,1 1 0,0-1 0,0 3 0,-4 7 0,1 0 0,0 1 0,1 0 0,0-1 0,1 1 0,1 0 0,0 0 0,1 17 0,0-27 0,0 1 0,0 0 0,1 0 0,-1 0 0,1 0 0,0-1 0,0 1 0,0 0 0,0-1 0,1 1 0,0 0 0,-1-1 0,1 0 0,0 0 0,1 1 0,-1-1 0,1 0 0,-1-1 0,1 1 0,0 0 0,0-1 0,0 1 0,0-1 0,0 0 0,1 0 0,-1-1 0,1 1 0,-1-1 0,1 1 0,0-1 0,4 1 0,2-2-97,0 0-1,0 0 1,0-1-1,0 0 1,-1 0-1,1-2 1,0 1-1,-1-1 1,1 0-1,-1-1 1,0 0-1,0-1 0,10-6 1,17-14-6729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12.203"/>
    </inkml:context>
    <inkml:brush xml:id="br0">
      <inkml:brushProperty name="width" value="0.025" units="cm"/>
      <inkml:brushProperty name="height" value="0.025" units="cm"/>
      <inkml:brushProperty name="color" value="#E71224"/>
    </inkml:brush>
  </inkml:definitions>
  <inkml:trace contextRef="#ctx0" brushRef="#br0">104 168 24575,'-3'0'0,"0"0"0,0 0 0,-1 1 0,1-1 0,0 1 0,0 0 0,0 0 0,0 0 0,0 0 0,0 1 0,0-1 0,0 1 0,0 0 0,1-1 0,-1 1 0,0 1 0,-3 3 0,2 0 0,0-1 0,0 1 0,0-1 0,1 1 0,0 1 0,0-1 0,1 0 0,-3 9 0,1 5 0,0 1 0,1 0 0,1 0 0,1 37 0,1-55 0,0 1 0,0-1 0,1 1 0,-1-1 0,1 1 0,0-1 0,0 0 0,0 1 0,0-1 0,1 0 0,-1 0 0,1 0 0,3 4 0,-4-6 0,0 0 0,0 0 0,0 0 0,0-1 0,1 1 0,-1 0 0,0-1 0,1 1 0,-1-1 0,0 1 0,1-1 0,-1 0 0,0 0 0,1 1 0,-1-1 0,1 0 0,-1 0 0,0 0 0,1-1 0,-1 1 0,1 0 0,-1 0 0,0-1 0,1 1 0,-1-1 0,0 1 0,0-1 0,1 0 0,-1 1 0,0-1 0,0 0 0,0 0 0,0 0 0,0 0 0,1-1 0,7-6 0,0-1 0,-1 0 0,0 0 0,-1-1 0,0 1 0,0-2 0,-1 1 0,-1-1 0,1 0 0,-2 0 0,0 0 0,0-1 0,-1 0 0,0 1 0,-1-1 0,1-16 0,-1 4 0,-1-1 0,0 1 0,-2-1 0,-1 1 0,-1-1 0,-12-47 0,14 70 0,1 0 0,-1 0 0,1 0 0,-1 0 0,0 0 0,1 0 0,-1 1 0,0-1 0,0 0 0,0 0 0,-1 0 0,1 1 0,0-1 0,-3-2 0,3 5 0,1-1 0,-1 0 0,1 0 0,-1 0 0,1 0 0,-1 1 0,1-1 0,-1 0 0,1 1 0,-1-1 0,1 0 0,-1 1 0,1-1 0,-1 1 0,1-1 0,0 0 0,-1 1 0,1-1 0,0 1 0,-1-1 0,1 1 0,0 0 0,0-1 0,0 1 0,-1-1 0,1 1 0,0-1 0,0 1 0,0-1 0,0 2 0,-10 63 0,9-46 0,-1 27 0,5 84 0,-2-126 5,0 0-1,1 0 1,-1 0-1,1 0 0,0 0 1,0-1-1,0 1 1,0-1-1,0 1 1,1-1-1,0 0 0,0 1 1,0-2-1,0 1 1,0 0-1,0 0 1,1-1-1,-1 0 0,1 0 1,0 0-1,0 0 1,-1 0-1,1-1 1,0 0-1,0 0 1,8 1-1,-2 0-139,-1 0 0,2-1 0,-1 0 0,0 0 0,0-1 0,0-1 0,0 0 0,0 0 0,0-1 0,11-3 0,8-8-6691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12.641"/>
    </inkml:context>
    <inkml:brush xml:id="br0">
      <inkml:brushProperty name="width" value="0.025" units="cm"/>
      <inkml:brushProperty name="height" value="0.025" units="cm"/>
      <inkml:brushProperty name="color" value="#E71224"/>
    </inkml:brush>
  </inkml:definitions>
  <inkml:trace contextRef="#ctx0" brushRef="#br0">0 1 24575,'0'8'0,"0"13"0,0 10 0,0 9 0,0 2 0,0 3 0,0-2 0,5-8 0,0-19 0,1-17 0,-2-21 0,-1-7-8191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13.028"/>
    </inkml:context>
    <inkml:brush xml:id="br0">
      <inkml:brushProperty name="width" value="0.025" units="cm"/>
      <inkml:brushProperty name="height" value="0.025" units="cm"/>
      <inkml:brushProperty name="color" value="#E71224"/>
    </inkml:brush>
  </inkml:definitions>
  <inkml:trace contextRef="#ctx0" brushRef="#br0">1 1 24575,'0'8'0,"0"8"0,4 1 0,2-3-8191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13.432"/>
    </inkml:context>
    <inkml:brush xml:id="br0">
      <inkml:brushProperty name="width" value="0.025" units="cm"/>
      <inkml:brushProperty name="height" value="0.025" units="cm"/>
      <inkml:brushProperty name="color" value="#E71224"/>
    </inkml:brush>
  </inkml:definitions>
  <inkml:trace contextRef="#ctx0" brushRef="#br0">104 0 24575,'1'166'0,"2"0"0,-29 262 0,24-421 0,1 1 0,-1 0 0,0-1 0,-1 0 0,-5 12 0,8-19 0,0 1 0,-1-1 0,1 1 0,0-1 0,0 1 0,-1-1 0,1 1 0,0-1 0,-1 0 0,1 1 0,0-1 0,-1 1 0,1-1 0,-1 0 0,1 1 0,-1-1 0,1 0 0,-1 0 0,1 1 0,-1-1 0,1 0 0,-1 0 0,1 0 0,-1 1 0,0-1 0,1 0 0,-1 0 0,1 0 0,-2 0 0,1-1 0,0 0 0,-1-1 0,1 1 0,0 0 0,0 0 0,0-1 0,0 1 0,0-1 0,1 1 0,-1-1 0,0 1 0,1-1 0,-1 1 0,1-1 0,-1 0 0,1-1 0,-10-30 0,2-1 0,2 0 0,1 0 0,1 0 0,2 0 0,1-1 0,6-50 0,-4 80 4,1 0 0,-1 1 0,1-1 0,-1 1 0,1-1 0,1 1 0,-1-1 0,1 1 0,-1 0 0,1 0 0,0 1 0,1-1 0,-1 0 0,1 1 0,-1 0 0,1 0 0,0 0 0,0 0 0,5-2 0,7-2-157,1 0 1,-1 1-1,35-7 1,-22 5-683,9-2-5991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14.072"/>
    </inkml:context>
    <inkml:brush xml:id="br0">
      <inkml:brushProperty name="width" value="0.025" units="cm"/>
      <inkml:brushProperty name="height" value="0.025" units="cm"/>
      <inkml:brushProperty name="color" value="#E71224"/>
    </inkml:brush>
  </inkml:definitions>
  <inkml:trace contextRef="#ctx0" brushRef="#br0">0 37 24575,'0'214'0,"2"-225"0,0 0 0,1 0 0,0 1 0,1-1 0,0 1 0,7-12 0,-3 5 0,-7 14 0,38-71 0,-37 69 0,1 1 0,0-1 0,0 1 0,0 0 0,0 0 0,1 1 0,0-1 0,0 1 0,0 0 0,0 0 0,0 0 0,1 0 0,8-3 0,-12 5 0,0 1 0,0 0 0,0 0 0,0 0 0,0-1 0,0 1 0,0 0 0,0 0 0,0 1 0,0-1 0,1 0 0,-1 0 0,0 0 0,0 1 0,0-1 0,0 0 0,0 1 0,0-1 0,0 1 0,-1 0 0,1-1 0,0 1 0,0 0 0,0-1 0,0 2 0,1 0 0,0 1 0,0-1 0,-1 1 0,1 0 0,-1-1 0,0 1 0,0 0 0,0 0 0,1 3 0,5 64 0,-7-66 0,0 4 0,0 3 0,0 0 0,1 0 0,0 0 0,0-1 0,2 1 0,4 17 0,-5-25 0,-1-1 0,0 1 0,1-1 0,0 1 0,-1-1 0,1 0 0,0 0 0,0 0 0,0 0 0,1 0 0,-1-1 0,0 1 0,1-1 0,-1 1 0,1-1 0,-1 0 0,1 0 0,0 0 0,-1 0 0,1 0 0,0-1 0,0 1 0,0-1 0,-1 0 0,1 0 0,0 0 0,0 0 0,0 0 0,0 0 0,-1-1 0,6-1 0,2-1 0,-1 0 0,0 0 0,0-1 0,0 0 0,0-1 0,-1 0 0,1 0 0,-1-1 0,-1 0 0,1-1 0,-1 1 0,0-1 0,0-1 0,7-10 0,-7 9 0,-1 0 0,1-1 0,-2 1 0,1-1 0,-2 0 0,1-1 0,-1 1 0,-1-1 0,0 1 0,0-1 0,-1 0 0,1-17 0,-3 27 0,1 0 0,-1 0 0,0 1 0,0-1 0,0 0 0,0 0 0,0 1 0,0-1 0,0 0 0,0 0 0,0 0 0,0 1 0,0-1 0,0 0 0,-1 0 0,1 1 0,0-1 0,0 0 0,-1 1 0,1-1 0,0 0 0,-1 1 0,1-1 0,-1 0 0,1 1 0,-1-1 0,1 1 0,-1-1 0,0 1 0,1-1 0,-1 1 0,0-1 0,1 1 0,-1 0 0,0-1 0,1 1 0,-1 0 0,0 0 0,0-1 0,1 1 0,-1 0 0,0 0 0,0 0 0,0 0 0,1 0 0,-1 0 0,0 0 0,0 0 0,1 0 0,-1 1 0,0-1 0,0 0 0,-1 1 0,-1 1 0,-1 0 0,0 0 0,1 0 0,-1 1 0,1 0 0,0-1 0,0 1 0,-5 6 0,3-3 0,0 1 0,1 0 0,-1 1 0,2-1 0,-1 1 0,1 0 0,0 0 0,1 0 0,-1 0 0,2 0 0,-1 0 0,1 1 0,0-1 0,1 1 0,0-1 0,0 0 0,1 1 0,3 13 0,-3-17 0,1 1 0,0-1 0,0 1 0,1-1 0,-1 0 0,1 0 0,0 0 0,1 0 0,-1 0 0,1-1 0,0 1 0,0-1 0,0 0 0,1-1 0,-1 1 0,1-1 0,0 1 0,0-2 0,0 1 0,1 0 0,-1-1 0,1 0 0,-1 0 0,1-1 0,-1 1 0,1-1 0,9 0 0,-6 0-91,1-1 0,0 0 0,0 0 0,-1-1 0,1-1 0,0 1 0,-1-2 0,0 1 0,1-1 0,-1-1 0,0 1 0,0-2 0,-1 1 0,16-12 0,2-5-6735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14.474"/>
    </inkml:context>
    <inkml:brush xml:id="br0">
      <inkml:brushProperty name="width" value="0.025" units="cm"/>
      <inkml:brushProperty name="height" value="0.025" units="cm"/>
      <inkml:brushProperty name="color" value="#E71224"/>
    </inkml:brush>
  </inkml:definitions>
  <inkml:trace contextRef="#ctx0" brushRef="#br0">106 1 24575,'-4'0'0,"-11"0"0,-2 5 0,1 9 0,0 8 0,2 3 0,3 8 0,4 1 0,3 0 0,2 3 0,11-6 0,20-7 0,15-8 0,8-7 0,0-13 0,-5-7 0,-10 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15.814"/>
    </inkml:context>
    <inkml:brush xml:id="br0">
      <inkml:brushProperty name="width" value="0.025" units="cm"/>
      <inkml:brushProperty name="height" value="0.025" units="cm"/>
      <inkml:brushProperty name="color" value="#E71224"/>
    </inkml:brush>
  </inkml:definitions>
  <inkml:trace contextRef="#ctx0" brushRef="#br0">125 5 24575,'-4'0'0,"-1"1"0,1-1 0,0 1 0,0 0 0,0 0 0,0 0 0,0 0 0,0 1 0,1 0 0,-1 0 0,0 0 0,1 0 0,0 0 0,-1 1 0,1-1 0,0 1 0,-3 4 0,1-1 0,-1 1 0,1 0 0,1 0 0,-1 0 0,1 1 0,1 0 0,-1 0 0,-2 11 0,3-12 0,1 1 0,0 0 0,0 0 0,1 0 0,0 0 0,0 0 0,1 1 0,0-1 0,0 0 0,1 0 0,0 0 0,0 0 0,1 0 0,1 0 0,-1 0 0,1-1 0,0 1 0,7 12 0,-8-18 0,-1 0 0,0 0 0,1-1 0,-1 1 0,1 0 0,0 0 0,-1-1 0,1 1 0,0-1 0,0 0 0,0 1 0,0-1 0,0 0 0,0 0 0,0 0 0,1-1 0,-1 1 0,0 0 0,0-1 0,1 0 0,-1 1 0,0-1 0,1 0 0,-1 0 0,0 0 0,1 0 0,-1-1 0,0 1 0,1-1 0,-1 1 0,0-1 0,0 0 0,0 0 0,0 0 0,0 0 0,1 0 0,-2 0 0,1-1 0,0 1 0,0-1 0,0 1 0,-1-1 0,4-3 0,1-3 0,0-1 0,0 1 0,0-1 0,-1 0 0,0 0 0,-1 0 0,0-1 0,4-15 0,-5 12 0,-1 0 0,0 0 0,-1 0 0,0 0 0,-2-14 0,1 24 0,0-1 0,-1 1 0,1 0 0,-1 0 0,0-1 0,0 1 0,0 0 0,-1 0 0,1 0 0,-1 0 0,-2-3 0,3 4 0,0 1 0,0 0 0,-1 0 0,1 0 0,0 0 0,-1 0 0,1 0 0,-1 0 0,1 1 0,-1-1 0,0 0 0,1 1 0,-1-1 0,0 1 0,1 0 0,-1-1 0,0 1 0,1 0 0,-1 0 0,0 0 0,1 0 0,-1 1 0,-2-1 0,2 1 0,0 0 0,-1 0 0,1 0 0,0 0 0,0 0 0,0 1 0,0-1 0,0 1 0,1-1 0,-1 1 0,0-1 0,1 1 0,-1 0 0,1 0 0,-1 0 0,1 0 0,0 0 0,0 0 0,0 0 0,0 0 0,0 1 0,1-1 0,-2 3 0,-8 59 0,9-60 0,0 5 0,0 0 0,1-1 0,0 1 0,1 0 0,0 0 0,0-1 0,1 1 0,0-1 0,0 1 0,1-1 0,0 0 0,1 0 0,-1 0 0,2 0 0,7 11 0,-8-15 0,0 1 0,0-1 0,1 0 0,-1 0 0,1-1 0,0 0 0,0 1 0,0-1 0,1-1 0,-1 1 0,1-1 0,0 0 0,-1-1 0,1 1 0,0-1 0,0 0 0,0 0 0,0-1 0,0 0 0,0 0 0,0 0 0,0-1 0,11-2 0,-7 0 0,1 0 0,0 0 0,-1-1 0,0 0 0,0-1 0,0 0 0,-1-1 0,1 0 0,-1-1 0,-1 1 0,1-2 0,13-14 0,-18 17 0,1-1 0,-1 1 0,0-1 0,0 0 0,0 0 0,-1 0 0,0-1 0,0 1 0,-1-1 0,1 1 0,-2-1 0,1 0 0,-1 0 0,0 0 0,0 0 0,-1 0 0,0 0 0,0 0 0,0 0 0,-1 0 0,-3-9 0,3 12 0,0 1 0,0 0 0,0 0 0,-1 0 0,1 1 0,-1-1 0,0 0 0,0 0 0,0 1 0,0-1 0,-1 1 0,1 0 0,0 0 0,-1 0 0,0 0 0,1 0 0,-1 0 0,0 1 0,0-1 0,0 1 0,0 0 0,-7-2 0,8 3 0,0 0 0,0 0 0,-1 0 0,1 0 0,0 0 0,0 0 0,-1 0 0,1 1 0,0-1 0,0 1 0,-1-1 0,1 1 0,0 0 0,0 0 0,0 0 0,0 0 0,0 1 0,1-1 0,-1 0 0,0 1 0,0-1 0,1 1 0,-1 0 0,1-1 0,-1 1 0,1 0 0,0 0 0,0 0 0,0 0 0,0 0 0,0 0 0,0 0 0,0 4 0,-2 3 0,0 0 0,1 0 0,1 1 0,-1-1 0,1 1 0,1-1 0,0 12 0,0-17 0,1 0 0,-1-1 0,1 1 0,0-1 0,0 1 0,0-1 0,1 1 0,-1-1 0,1 0 0,0 1 0,0-1 0,0 0 0,0 0 0,0 0 0,1-1 0,-1 1 0,1-1 0,0 1 0,-1-1 0,1 0 0,7 4 0,1 0 0,1-1 0,0 1 0,0 1 0,0 0 0,15 13 0,-26-19 0,0 0 0,0 0 0,1 0 0,-1 0 0,0 0 0,0 0 0,0 0 0,0 1 0,0-1 0,-1 0 0,1 1 0,0-1 0,-1 0 0,1 1 0,0-1 0,-1 1 0,0-1 0,1 1 0,-1 0 0,0-1 0,0 1 0,0-1 0,0 1 0,0-1 0,0 1 0,0-1 0,-1 1 0,1 0 0,0-1 0,-1 0 0,1 1 0,-1-1 0,0 1 0,0-1 0,1 1 0,-1-1 0,0 0 0,0 0 0,0 0 0,0 1 0,0-1 0,-1 0 0,1 0 0,0 0 0,0 0 0,-1-1 0,1 1 0,-3 1 0,2-1 0,-1 1 0,0-1 0,0 1 0,0-1 0,0 0 0,0 0 0,0 0 0,0-1 0,0 1 0,0-1 0,-1 0 0,1 0 0,0 0 0,0 0 0,0 0 0,-1-1 0,-4-1 0,7 2 0,1 0 0,-1 0 0,0-1 0,1 1 0,-1 0 0,0-1 0,0 1 0,1-1 0,-1 1 0,1-1 0,-1 1 0,0-1 0,1 1 0,-1-1 0,1 0 0,-1 1 0,1-1 0,0 0 0,-1 1 0,1-1 0,0 0 0,-1 0 0,1 0 0,0 1 0,0-1 0,-1-1 0,2 0 0,-1 0 0,1 0 0,-1 0 0,1 1 0,-1-1 0,1 0 0,0 0 0,0 0 0,0 1 0,0-1 0,0 0 0,0 1 0,1-1 0,-1 1 0,1 0 0,1-2 0,60-48 0,-52 45 0,-1-1 0,0-1 0,0 0 0,-1 0 0,0-1 0,0 0 0,-1-1 0,0 0 0,8-14 0,20-55 0,-34 73 0,0 1 0,0-1 0,-1 0 0,1 0 0,-1 0 0,-1 0 0,1 0 0,-1 0 0,0 0 0,0-1 0,-3-9 0,3 15 0,0 0 0,0 0 0,0 1 0,0-1 0,0 0 0,0 0 0,-1 1 0,1-1 0,0 0 0,0 1 0,-1-1 0,1 0 0,-1 1 0,1-1 0,0 0 0,-1 1 0,1-1 0,-1 1 0,0-1 0,1 1 0,-1-1 0,1 1 0,-1-1 0,0 1 0,1-1 0,-1 1 0,0 0 0,1-1 0,-1 1 0,0 0 0,0 0 0,1 0 0,-1 0 0,0-1 0,0 1 0,0 0 0,1 0 0,-1 1 0,0-1 0,0 0 0,1 0 0,-1 0 0,0 0 0,0 1 0,1-1 0,-1 0 0,0 0 0,1 1 0,-2 0 0,0 1 0,0-1 0,0 1 0,0 0 0,0 0 0,0 0 0,0 0 0,1 0 0,-1 1 0,1-1 0,0 0 0,0 1 0,0-1 0,-1 4 0,1-3 0,1 0 0,-1 0 0,1 0 0,0 0 0,0-1 0,0 1 0,1 0 0,-1 0 0,1 0 0,-1 0 0,1 0 0,0-1 0,0 1 0,0 0 0,1-1 0,-1 1 0,2 2 0,2 1 0,-1 0 0,1-1 0,0 0 0,0 0 0,1 0 0,10 7 0,3 0 0,1-1 0,0-1 0,31 11 0,-27-14 0,27 10 0,-49-17 0,0 1 0,0 0 0,0 0 0,0 0 0,-1 0 0,1 0 0,0 0 0,-1 0 0,1 0 0,0 1 0,-1-1 0,0 1 0,1-1 0,-1 1 0,0 0 0,0-1 0,0 1 0,2 3 0,-3-3 0,-1 0 0,1-1 0,0 1 0,-1 0 0,0-1 0,1 1 0,-1 0 0,0-1 0,1 1 0,-1-1 0,0 1 0,0-1 0,0 0 0,-1 1 0,1-1 0,0 0 0,0 0 0,-1 0 0,1 0 0,-1 0 0,1 0 0,-1 0 0,1 0 0,-1-1 0,1 1 0,-1 0 0,0-1 0,1 1 0,-1-1 0,0 0 0,1 0 0,-3 0 0,0 2 0,0-2 0,0 1 0,1 0 0,-1-1 0,0 0 0,0 1 0,1-2 0,-1 1 0,0 0 0,0-1 0,0 0 0,1 1 0,-1-2 0,-4-1 0,-1-13-1365,8-5-5461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17.183"/>
    </inkml:context>
    <inkml:brush xml:id="br0">
      <inkml:brushProperty name="width" value="0.025" units="cm"/>
      <inkml:brushProperty name="height" value="0.025" units="cm"/>
      <inkml:brushProperty name="color" value="#E71224"/>
    </inkml:brush>
  </inkml:definitions>
  <inkml:trace contextRef="#ctx0" brushRef="#br0">105 127 24575,'1'0'0,"-1"0"0,1 0 0,-1 0 0,1 0 0,-1 0 0,1 0 0,-1 0 0,1 0 0,-1 0 0,0 0 0,1 0 0,-1 0 0,1-1 0,-1 1 0,1 0 0,-1 0 0,1 0 0,-1-1 0,0 1 0,1 0 0,-1 0 0,0-1 0,1 1 0,-1 0 0,0-1 0,1 1 0,-1 0 0,0-1 0,1 1 0,-1-1 0,0 1 0,0 0 0,0-1 0,1 1 0,-1-1 0,0 1 0,0-1 0,0 1 0,0-1 0,0 1 0,0-1 0,0 1 0,0 0 0,0-1 0,0 1 0,0-1 0,0 1 0,0-1 0,0 1 0,-1-1 0,1 1 0,0-1 0,-1 0 0,1 0 0,-1-1 0,0 1 0,1 0 0,-1 0 0,0 0 0,0 0 0,0 0 0,0 0 0,0 0 0,0 0 0,0 0 0,0 0 0,0 1 0,0-1 0,0 0 0,-3 0 0,1 0 0,1 1 0,-1 0 0,0 0 0,0 0 0,0 1 0,1-1 0,-1 0 0,0 1 0,0 0 0,1 0 0,-1 0 0,1 0 0,-1 0 0,1 0 0,-1 1 0,1-1 0,0 1 0,-1 0 0,1-1 0,0 1 0,0 0 0,0 0 0,0 0 0,1 1 0,-1-1 0,1 0 0,-1 1 0,1-1 0,-2 5 0,-2 4 0,0 0 0,1 0 0,1 0 0,-1 1 0,-2 19 0,6-23 0,-1-1 0,1 1 0,0-1 0,0 1 0,1 0 0,3 14 0,-4-21 0,1 1 0,-1 0 0,1-1 0,-1 1 0,1 0 0,0-1 0,-1 1 0,1-1 0,0 1 0,0-1 0,0 1 0,0-1 0,1 0 0,-1 1 0,0-1 0,1 0 0,-1 0 0,0 0 0,1 0 0,-1 0 0,1 0 0,-1-1 0,1 1 0,0 0 0,-1-1 0,1 1 0,0-1 0,0 0 0,-1 0 0,1 1 0,0-1 0,-1 0 0,1 0 0,0-1 0,0 1 0,2-1 0,-1 0 0,0 0 0,0-1 0,-1 1 0,1-1 0,0 0 0,-1 0 0,1 0 0,-1 0 0,0 0 0,1 0 0,-1-1 0,0 1 0,-1-1 0,1 0 0,0 1 0,-1-1 0,1 0 0,1-6 0,17-56 0,-20 64 0,4-19 0,1-10 0,-2 26 0,1 15 0,-3-7 0,1-1 0,0 1 0,-1 0 0,1 0 0,1-1 0,-1 1 0,0-1 0,1 0 0,0 1 0,0-1 0,0 0 0,0-1 0,0 1 0,1-1 0,-1 1 0,1-1 0,-1 0 0,1 0 0,0 0 0,8 1 0,7 4 0,0-2 0,0 0 0,21 1 0,-33-4 0,1-1 0,-1-1 0,0 1 0,1-1 0,-1-1 0,1 1 0,-1-1 0,10-3 0,-14 4 0,-1-1 0,0 0 0,0 0 0,0-1 0,0 1 0,0 0 0,0-1 0,0 1 0,0-1 0,0 0 0,-1 1 0,1-1 0,0 0 0,-1 0 0,0 0 0,1 0 0,-1 0 0,0 0 0,0-1 0,0 1 0,-1 0 0,1-1 0,0 1 0,-1 0 0,0-1 0,1 1 0,-1-1 0,0 1 0,-1-4 0,1-2 0,-1 1 0,1-1 0,-2 1 0,1 0 0,-5-12 0,5 16 0,0 1 0,0-1 0,0 0 0,-1 0 0,1 1 0,-1-1 0,1 1 0,-1-1 0,0 1 0,0 0 0,0-1 0,-1 1 0,1 0 0,0 1 0,-1-1 0,-3-2 0,5 4 0,1 0 0,-1-1 0,0 1 0,0 0 0,1 0 0,-1 0 0,0-1 0,1 1 0,-1 0 0,0 0 0,0 0 0,1 0 0,-1 1 0,0-1 0,1 0 0,-1 0 0,0 0 0,0 0 0,1 1 0,-1-1 0,0 0 0,1 1 0,-1-1 0,1 0 0,-1 1 0,0-1 0,1 1 0,-1-1 0,1 1 0,-1-1 0,1 1 0,0 0 0,-1-1 0,1 1 0,-1 0 0,1-1 0,0 1 0,0 0 0,-1-1 0,1 1 0,0 0 0,0 0 0,-1 0 0,1 0 0,0 0 0,0 0 0,0 0 0,0 0 0,0 0 0,0 0 0,0 0 0,0 0 0,0 0 0,1 0 0,-1 0 0,0 0 0,1 0 0,-1 0 0,1 0 0,-1-1 0,1 1 0,-1 0 0,1 0 0,-1 0 0,1-1 0,0 1 0,-1 0 0,1-1 0,0 1 0,0 0 0,-1-1 0,1 1 0,0-1 0,0 1 0,0-1 0,1 1 0,1-1 0,1 0 0,-1 1 0,0-1 0,0-1 0,1 1 0,-1 0 0,0-1 0,0 1 0,1-1 0,4-2 0,25-3 0,-32 6 0,0 1 0,1-1 0,-1 1 0,0-1 0,0 0 0,1 1 0,-1 0 0,0-1 0,0 1 0,0 0 0,0 0 0,0-1 0,0 1 0,0 0 0,0 0 0,-1 0 0,1 0 0,0 0 0,0 0 0,-1 1 0,1-1 0,-1 0 0,1 0 0,-1 0 0,1 2 0,1 5 0,0 1 0,0-1 0,-1 1 0,0-1 0,0 15 0,-2-14 0,2-1 0,-1 1 0,1-1 0,4 16 0,-5-23 0,0 0 0,0-1 0,1 1 0,-1 0 0,0 0 0,0 0 0,1 0 0,-1 0 0,0 0 0,1 0 0,-1-1 0,1 1 0,-1 0 0,1 0 0,0 0 0,-1-1 0,1 1 0,0 0 0,-1-1 0,1 1 0,0-1 0,0 1 0,0-1 0,-1 1 0,1-1 0,0 0 0,0 1 0,0-1 0,0 0 0,0 0 0,0 1 0,0-1 0,0 0 0,0 0 0,0 0 0,0 0 0,0 0 0,-1 0 0,1-1 0,0 1 0,0 0 0,0 0 0,0-1 0,0 1 0,0-1 0,0 1 0,-1 0 0,1-1 0,1-1 0,3-1 0,-1 0 0,-1-1 0,1 0 0,0 1 0,-1-2 0,0 1 0,0 0 0,3-6 0,10-26 0,-1 0 0,13-47 0,-15 40 0,-13 49 0,-1 0 0,2 1 0,-1-1 0,1 0 0,-1 0 0,2 0 0,-1 0 0,1 0 0,0 0 0,0 0 0,0 0 0,1-1 0,0 1 0,0-1 0,1 0 0,3 5 0,-4-5 0,1 0 0,-1 0 0,1-1 0,-1 1 0,1-1 0,1 0 0,-1-1 0,0 1 0,1-1 0,0 1 0,0-1 0,0-1 0,0 1 0,0-1 0,0 0 0,1 0 0,-1 0 0,1-1 0,0 0 0,7 1 0,-8-3 0,-1 0 0,1 0 0,-1-1 0,0 1 0,0-1 0,0 0 0,0 0 0,0-1 0,0 1 0,0-1 0,-1 0 0,1 0 0,-1 0 0,0 0 0,0 0 0,0-1 0,0 0 0,-1 1 0,5-9 0,0-1 0,0 0 0,-1 0 0,-1-1 0,7-26 0,-5-2 0,-3 20 0,-4 51 0,-4 422 0,4-348 0,0-86 0,-1 0 0,0 0 0,-1 0 0,-5 17 0,6-31 0,0 1 0,0 0 0,0-1 0,-1 0 0,0 1 0,0-1 0,0 0 0,0 0 0,0 0 0,0 0 0,-4 4 0,4-6 0,1 0 0,-1 0 0,0 0 0,0 0 0,1 0 0,-1-1 0,0 1 0,0 0 0,0-1 0,0 1 0,0-1 0,0 0 0,0 0 0,0 0 0,0 0 0,0 0 0,0 0 0,0 0 0,0-1 0,0 1 0,0-1 0,-3-1 0,1 0 0,-1-1 0,1 1 0,0-1 0,0 0 0,0-1 0,0 1 0,0-1 0,1 0 0,0 0 0,0 0 0,0 0 0,0 0 0,1-1 0,-1 1 0,1-1 0,0 0 0,0 0 0,1 0 0,0 0 0,-1-6 0,-3-8 0,2 0 0,1 0 0,0-1 0,1-20 0,2 32 3,0-1-1,1 1 1,0 0 0,0 0-1,1 0 1,0 0 0,0 1-1,1-1 1,0 1-1,0 0 1,1 0 0,-1 0-1,2 1 1,-1-1 0,9-6-1,13-12-73,1 1-1,39-24 0,-4 2-1120,-22 12-5634</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18.109"/>
    </inkml:context>
    <inkml:brush xml:id="br0">
      <inkml:brushProperty name="width" value="0.025" units="cm"/>
      <inkml:brushProperty name="height" value="0.025" units="cm"/>
      <inkml:brushProperty name="color" value="#E71224"/>
    </inkml:brush>
  </inkml:definitions>
  <inkml:trace contextRef="#ctx0" brushRef="#br0">51 0 24575,'-23'381'0,"6"-172"0,12-157 0,3-33 0,0 1 0,1-1 0,0 1 0,2-1 0,1 1 0,5 27 0,-7-46 0,0 0 0,0 0 0,0 0 0,0 1 0,1-1 0,-1 0 0,0 0 0,1 0 0,-1 1 0,1-1 0,0 0 0,-1 0 0,1 0 0,0 0 0,0 0 0,-1 0 0,1 0 0,0-1 0,0 1 0,0 0 0,0 0 0,0-1 0,0 1 0,0 0 0,0-1 0,1 1 0,-1-1 0,0 0 0,0 1 0,0-1 0,0 0 0,1 0 0,-1 1 0,0-1 0,0 0 0,1 0 0,-1-1 0,0 1 0,0 0 0,1 0 0,-1 0 0,0-1 0,0 1 0,0-1 0,0 1 0,0-1 0,1 1 0,-1-1 0,0 0 0,1-1 0,5-3 0,-1 0 0,0 0 0,0-1 0,0 1 0,-1-1 0,7-10 0,16-31-1365,-6-3-5461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18.530"/>
    </inkml:context>
    <inkml:brush xml:id="br0">
      <inkml:brushProperty name="width" value="0.025" units="cm"/>
      <inkml:brushProperty name="height" value="0.025" units="cm"/>
      <inkml:brushProperty name="color" value="#E71224"/>
    </inkml:brush>
  </inkml:definitions>
  <inkml:trace contextRef="#ctx0" brushRef="#br0">21 0 24575,'0'5'0,"-5"0"0,0 9 0,-1 11 0,2 5 0,5-2 0,7-6 0,7-7 0,0-14 0,-2-17 0,-3-14 0,-4-6 0,-7 3 0,-11 15 0,-5 21 0,1 17 0,8 6 0,5-2-8191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19.434"/>
    </inkml:context>
    <inkml:brush xml:id="br0">
      <inkml:brushProperty name="width" value="0.025" units="cm"/>
      <inkml:brushProperty name="height" value="0.025" units="cm"/>
      <inkml:brushProperty name="color" value="#E71224"/>
    </inkml:brush>
  </inkml:definitions>
  <inkml:trace contextRef="#ctx0" brushRef="#br0">121 181 24575,'-3'0'0,"0"1"0,0 0 0,0 0 0,-1 0 0,1 0 0,0 1 0,1-1 0,-1 1 0,0-1 0,0 1 0,1 0 0,-1 0 0,1 1 0,-1-1 0,1 0 0,0 1 0,0-1 0,0 1 0,0 0 0,1 0 0,-1 0 0,1 0 0,-2 4 0,-6 13 0,2 0 0,-8 29 0,10-30 0,-1-1 0,1 1 0,1 0 0,0 1 0,2-1 0,-1 21 0,3-35 0,0-1 0,0 1 0,0-1 0,1 0 0,0 1 0,0-1 0,0 0 0,0 1 0,1-1 0,-1 0 0,1 0 0,0 0 0,0 0 0,1-1 0,-1 1 0,1 0 0,0-1 0,0 0 0,0 0 0,0 0 0,1 0 0,-1 0 0,1-1 0,-1 1 0,1-1 0,0 0 0,0 0 0,5 1 0,-4-1 0,1-1 0,0 0 0,-1 0 0,1-1 0,0 0 0,0 0 0,-1 0 0,1-1 0,0 0 0,-1 0 0,1 0 0,-1 0 0,1-1 0,-1 0 0,0-1 0,1 1 0,-1-1 0,0 0 0,-1 0 0,1 0 0,0-1 0,-1 1 0,5-6 0,-1 1 0,-1 0 0,0 0 0,0 0 0,-1-1 0,0 0 0,0 0 0,-1-1 0,0 0 0,-1 1 0,0-2 0,4-14 0,-4-6 0,0 1 0,-2-1 0,-2 0 0,0 1 0,-7-42 0,5 65 0,1 1 0,-1-1 0,-1 0 0,1 1 0,-1-1 0,0 1 0,0 0 0,-6-7 0,8 11 0,0 1 0,0-1 0,1 1 0,-1 0 0,0-1 0,-1 1 0,1 0 0,0 0 0,0 0 0,0 0 0,-1 0 0,1 0 0,0 0 0,-1 1 0,1-1 0,-1 0 0,1 1 0,-1-1 0,1 1 0,-1-1 0,1 1 0,-1 0 0,0 0 0,1 0 0,-1 0 0,0 0 0,1 0 0,-1 0 0,1 0 0,-1 0 0,1 1 0,-1-1 0,0 1 0,1-1 0,0 1 0,-1 0 0,1 0 0,-1 0 0,1-1 0,-3 3 0,-1 3 0,-1 0 0,1 0 0,0 0 0,0 1 0,1-1 0,-1 1 0,2 0 0,-1 1 0,1-1 0,0 1 0,0-1 0,1 1 0,0 0 0,-1 13 0,2-17 0,1-1 0,0 1 0,0 0 0,0-1 0,0 1 0,0-1 0,1 1 0,0 0 0,0-1 0,0 1 0,0-1 0,0 0 0,1 1 0,-1-1 0,1 0 0,0 0 0,0 0 0,0 0 0,0 0 0,1 0 0,-1-1 0,1 1 0,-1-1 0,1 0 0,0 1 0,0-1 0,0-1 0,1 1 0,-1 0 0,0-1 0,1 0 0,-1 1 0,0-1 0,6 0 0,-2 0 0,-1 0 0,0-1 0,1 1 0,-1-2 0,1 1 0,-1-1 0,0 0 0,1 0 0,-1-1 0,0 0 0,0 0 0,0 0 0,0-1 0,0 0 0,-1 0 0,1 0 0,-1-1 0,0 1 0,0-2 0,0 1 0,0 0 0,-1-1 0,1 0 0,-1 0 0,5-9 0,-1 2 0,-1 0 0,0 0 0,-1-1 0,0 1 0,-1-2 0,-1 1 0,0 0 0,-1-1 0,0 0 0,-1 0 0,1-14 0,-3 23 0,1 1 0,-1-1 0,0 1 0,0-1 0,-1 0 0,0 1 0,1-1 0,-1 1 0,-1-1 0,1 1 0,-1-1 0,1 1 0,-1 0 0,0 0 0,-1 0 0,1 0 0,-6-6 0,8 10 0,0 0 0,-1-1 0,1 1 0,0 0 0,-1 0 0,1-1 0,-1 1 0,1 0 0,0 0 0,-1 0 0,1 0 0,-1 0 0,1-1 0,-1 1 0,1 0 0,0 0 0,-1 0 0,1 0 0,-1 0 0,1 0 0,-1 0 0,1 1 0,-1-1 0,1 0 0,0 0 0,-1 0 0,1 0 0,-1 1 0,1-1 0,0 0 0,-1 0 0,1 0 0,0 1 0,-1-1 0,1 0 0,0 1 0,-1-1 0,-8 22 0,4 24 0,5-44 0,0-1 0,0 1 0,0 0 0,1 0 0,-1-1 0,1 1 0,-1 0 0,1 0 0,-1-1 0,1 1 0,0-1 0,0 1 0,0 0 0,0-1 0,0 0 0,0 1 0,0-1 0,1 0 0,-1 1 0,0-1 0,1 0 0,-1 0 0,1 0 0,-1 0 0,1-1 0,0 1 0,-1 0 0,1 0 0,0-1 0,-1 1 0,1-1 0,0 0 0,0 0 0,-1 1 0,1-1 0,0 0 0,0 0 0,-1-1 0,5 0 0,6-1 0,0-2 0,0 0 0,0 0 0,22-12 0,5-2 0,-38 18 0,0 0 0,0-1 0,0 1 0,-1 0 0,1 0 0,0 0 0,0 0 0,0 0 0,0 0 0,-1 0 0,1 0 0,0 0 0,0 0 0,0 0 0,0 1 0,-1-1 0,1 0 0,0 0 0,0 1 0,-1-1 0,1 1 0,0-1 0,-1 1 0,1-1 0,0 1 0,-1-1 0,1 1 0,-1-1 0,1 1 0,0 0 0,-1-1 0,0 1 0,1 0 0,-1 0 0,1-1 0,-1 1 0,0 0 0,0 0 0,1 0 0,-1-1 0,0 1 0,0 0 0,0 0 0,0 0 0,0 0 0,0-1 0,0 1 0,0 0 0,-1 1 0,-7 52 0,5-40 0,0 2 0,1 1 0,1-1 0,1 25 0,0-39 0,0 1 0,0-1 0,1 0 0,-1 0 0,1 0 0,-1 0 0,1 0 0,0 1 0,0-1 0,0 0 0,0 0 0,0-1 0,0 1 0,0 0 0,3 3 0,-2-5 0,-1 1 0,0-1 0,1 1 0,-1-1 0,1 0 0,-1 1 0,1-1 0,-1 0 0,0 0 0,1 0 0,-1 0 0,1 0 0,-1 0 0,1-1 0,-1 1 0,1 0 0,-1-1 0,0 1 0,1-1 0,-1 1 0,0-1 0,1 0 0,-1 0 0,0 1 0,0-1 0,1 0 0,0-1 0,23-18-1365,0-3-5461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19.892"/>
    </inkml:context>
    <inkml:brush xml:id="br0">
      <inkml:brushProperty name="width" value="0.025" units="cm"/>
      <inkml:brushProperty name="height" value="0.025" units="cm"/>
      <inkml:brushProperty name="color" value="#E71224"/>
    </inkml:brush>
  </inkml:definitions>
  <inkml:trace contextRef="#ctx0" brushRef="#br0">106 4 24575,'-4'0'0,"1"0"0,-1 1 0,1-1 0,-1 1 0,0-1 0,1 1 0,0 0 0,-1 0 0,1 1 0,0-1 0,-1 1 0,1 0 0,0 0 0,0 0 0,0 0 0,1 0 0,-4 4 0,2-2 0,0 1 0,0 0 0,1 0 0,0 1 0,0-1 0,0 1 0,1 0 0,0-1 0,-2 9 0,0 7 0,0-1 0,2 1 0,0 0 0,3 40 0,-1-56 0,1 0 0,-1 0 0,1-1 0,0 1 0,0 0 0,0-1 0,3 7 0,-3-10 0,-1 0 0,0-1 0,1 1 0,-1-1 0,0 1 0,1-1 0,-1 0 0,1 1 0,-1-1 0,0 1 0,1-1 0,-1 0 0,1 1 0,-1-1 0,1 0 0,0 1 0,-1-1 0,1 0 0,-1 0 0,1 0 0,-1 0 0,1 0 0,0 1 0,0-1 0,0-1 0,1 1 0,-1 0 0,1-1 0,-1 0 0,0 1 0,1-1 0,-1 0 0,0 1 0,1-1 0,-1 0 0,0 0 0,0 0 0,0 0 0,1-2 0,6-7 0,-1 0 0,0 0 0,0-1 0,-2 0 0,1-1 0,-1 1 0,-1-1 0,0 0 0,-1 0 0,0 0 0,-1-1 0,0 1 0,-1-1 0,0 1 0,-1-1 0,-1 1 0,0-1 0,-5-22 0,6 33-54,0 1-1,-1-1 0,1 1 1,-1-1-1,0 1 1,1-1-1,-1 1 0,0 0 1,0-1-1,0 1 1,0 0-1,0 0 0,0 0 1,0 0-1,0 0 0,0 0 1,-1 0-1,1 0 1,0 0-1,-1 0 0,1 1 1,0-1-1,-1 1 1,-2-1-1,-11 1-6771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20.900"/>
    </inkml:context>
    <inkml:brush xml:id="br0">
      <inkml:brushProperty name="width" value="0.025" units="cm"/>
      <inkml:brushProperty name="height" value="0.025" units="cm"/>
      <inkml:brushProperty name="color" value="#E71224"/>
    </inkml:brush>
  </inkml:definitions>
  <inkml:trace contextRef="#ctx0" brushRef="#br0">234 136 24575,'0'-1'0,"0"-1"0,0 0 0,0 0 0,0 1 0,0-1 0,0 0 0,0 1 0,-1-1 0,1 0 0,-1 1 0,0-1 0,1 0 0,-1 1 0,0-1 0,0 1 0,0-1 0,0 1 0,0 0 0,0-1 0,0 1 0,0 0 0,-1 0 0,1 0 0,-2-1 0,0 1 0,1 0 0,-1 0 0,0 0 0,1 1 0,-1-1 0,0 1 0,1 0 0,-1 0 0,0 0 0,0 0 0,1 0 0,-1 1 0,-5 0 0,0 2 0,0-1 0,0 1 0,0 1 0,0-1 0,1 1 0,0 0 0,-1 1 0,1 0 0,-7 7 0,4 0 0,0 0 0,1 0 0,1 1 0,0 1 0,1-1 0,0 1 0,1 0 0,1 1 0,0-1 0,1 1 0,1 0 0,0 0 0,1 1 0,1-1 0,0 0 0,1 1 0,0-1 0,1 0 0,1 0 0,6 25 0,-7-37 0,0 1 0,0-1 0,1 0 0,-1 1 0,1-1 0,-1 0 0,1 0 0,0 0 0,0 0 0,1 0 0,-1-1 0,0 1 0,1 0 0,0-1 0,-1 0 0,1 0 0,0 0 0,5 3 0,-5-4 0,0-1 0,0 1 0,0 0 0,1-1 0,-1 0 0,0 1 0,1-1 0,-1-1 0,0 1 0,1 0 0,-1-1 0,0 0 0,0 1 0,1-1 0,-1-1 0,3-1 0,4-2 0,0 0 0,0-1 0,-1-1 0,0 0 0,0 0 0,-1-1 0,0 0 0,0 0 0,-1-1 0,9-13 0,-8 5 0,0 0 0,-1 0 0,-1-1 0,0 0 0,-2 0 0,0 0 0,-1-1 0,-1 1 0,0-1 0,-2 0 0,0 1 0,-3-23 0,2 37 0,0 0 0,0 0 0,0 0 0,0 0 0,-1 0 0,0 0 0,1 0 0,-1 0 0,-1 1 0,1-1 0,-1 1 0,-2-4 0,4 6 0,0 0 0,1 1 0,-1-1 0,0 0 0,0 1 0,0-1 0,1 0 0,-1 1 0,0 0 0,0-1 0,0 1 0,0-1 0,0 1 0,0 0 0,0 0 0,0 0 0,0-1 0,0 1 0,0 0 0,0 0 0,-2 1 0,2-1 0,-1 1 0,1 0 0,-1 0 0,1-1 0,0 1 0,-1 0 0,1 1 0,0-1 0,0 0 0,0 0 0,0 0 0,0 1 0,0-1 0,0 1 0,0-1 0,0 0 0,1 1 0,-2 2 0,-2 9 0,0 0 0,1 0 0,0 0 0,1 1 0,0-1 0,1 1 0,1-1 0,0 1 0,0 0 0,2-1 0,0 1 0,0-1 0,6 16 0,-7-26 0,0 0 0,0-1 0,0 1 0,1 0 0,-1-1 0,1 1 0,0-1 0,0 0 0,0 1 0,0-1 0,0 0 0,0 0 0,0 0 0,1 0 0,-1-1 0,1 1 0,-1-1 0,1 1 0,0-1 0,5 2 0,-3-3 0,0 1 0,-1-1 0,1 1 0,0-1 0,0-1 0,0 1 0,0-1 0,0 0 0,-1 0 0,1 0 0,8-4 0,-1 0 0,0-1 0,-1 0 0,1-1 0,-1 0 0,-1-1 0,1 0 0,-1-1 0,14-16 0,-16 14 0,-1-1 0,-1 1 0,1-2 0,-2 1 0,0-1 0,-1 1 0,0-1 0,0-1 0,-2 1 0,0 0 0,0-1 0,-1 1 0,-1-1 0,0 1 0,-1-1 0,0 1 0,-7-27 0,8 37 0,-1 1 0,0 0 0,0 0 0,1 0 0,-1 0 0,0 0 0,-1 0 0,1 0 0,0 0 0,-1 0 0,1 0 0,-1 1 0,1-1 0,-4-2 0,-7 6 0,2 17 0,9-15 0,0-1 0,0 0 0,1 1 0,-1-1 0,1 0 0,0 1 0,0-1 0,0 1 0,0-1 0,1 1 0,-1-1 0,1 0 0,0 1 0,0-1 0,0 0 0,0 0 0,1 1 0,-1-1 0,1 0 0,0 0 0,0-1 0,0 1 0,0 0 0,1-1 0,-1 1 0,0-1 0,1 0 0,5 4 0,-4-4 0,1 0 0,-1 0 0,1 0 0,-1-1 0,1 1 0,-1-1 0,1 0 0,0-1 0,0 1 0,-1-1 0,1 0 0,0 0 0,0-1 0,0 1 0,-1-1 0,1 0 0,0 0 0,-1 0 0,1-1 0,-1 0 0,5-2 0,37-26 0,-39 25 0,0-1 0,0 2 0,0-1 0,0 1 0,1 0 0,-1 0 0,1 1 0,0 0 0,14-3 0,-22 6 0,1 1 0,0-1 0,0 0 0,0 0 0,-1 0 0,1 0 0,0 1 0,0-1 0,-1 0 0,1 1 0,0-1 0,0 1 0,-1-1 0,1 1 0,0-1 0,-1 1 0,1-1 0,-1 1 0,1-1 0,-1 1 0,1 0 0,-1-1 0,1 1 0,-1 0 0,0 0 0,1-1 0,-1 1 0,0 0 0,0 0 0,1 0 0,-1-1 0,0 1 0,0 0 0,0 0 0,0 0 0,0-1 0,0 1 0,0 0 0,0 0 0,-1 0 0,1 0 0,-1 1 0,-8 46 0,6-37 0,-4 18 0,-12 70 0,17-88 0,1 0 0,1 0 0,-1 0 0,2 0 0,0 0 0,3 17 0,-3-25-31,-1-1 0,1 0 0,0 0 0,0 0 0,0 0 0,0 0 0,0 0 0,0 0 0,0 0 0,1 0 0,-1 0 0,1-1 0,-1 1 0,1-1 0,0 1 0,0-1 0,0 0 0,0 1 0,0-1 0,0 0 0,0 0 0,0 0 0,0-1 0,0 1 0,0 0-1,1-1 1,-1 0 0,0 1 0,0-1 0,1 0 0,-1 0 0,0 0 0,1 0 0,-1-1 0,0 1 0,0-1 0,1 1 0,-1-1 0,0 0 0,0 0 0,0 0 0,0 0 0,2-1 0,21-15-6795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21.728"/>
    </inkml:context>
    <inkml:brush xml:id="br0">
      <inkml:brushProperty name="width" value="0.025" units="cm"/>
      <inkml:brushProperty name="height" value="0.025" units="cm"/>
      <inkml:brushProperty name="color" value="#E71224"/>
    </inkml:brush>
  </inkml:definitions>
  <inkml:trace contextRef="#ctx0" brushRef="#br0">2 63 24575,'-1'16'0,"1"-1"0,0 0 0,1 1 0,4 22 0,-4-33 0,0 0 0,0-1 0,0 1 0,1 0 0,0-1 0,0 1 0,0-1 0,1 0 0,-1 0 0,1 0 0,0 0 0,5 5 0,-6-7 0,1-1 0,-1 1 0,1-1 0,-1 0 0,1 1 0,-1-1 0,1-1 0,0 1 0,0 0 0,0-1 0,-1 1 0,1-1 0,0 0 0,0 0 0,0 0 0,0 0 0,0 0 0,-1-1 0,1 1 0,0-1 0,0 0 0,-1 0 0,1 0 0,4-2 0,0-1 0,0 0 0,0 0 0,0-1 0,0 0 0,-1 0 0,0 0 0,0-1 0,0 0 0,-1-1 0,0 1 0,0-1 0,-1 0 0,1 0 0,4-11 0,-3 4 0,0 0 0,-1-1 0,0 1 0,-1-1 0,-1 0 0,3-28 0,-8 40 0,-2 17 0,-5 26 0,-5 401 0,11-181 0,3-250 0,-1-1 0,0 1 0,-1 0 0,-6 18 0,8-26 0,0-1 0,-1 1 0,1-1 0,0 0 0,-1 1 0,0-1 0,1 1 0,-1-1 0,0 0 0,0 0 0,1 1 0,-1-1 0,0 0 0,0 0 0,0 0 0,-1 0 0,1 0 0,0 0 0,0 0 0,0 0 0,-1-1 0,1 1 0,0 0 0,-1-1 0,1 1 0,-1-1 0,1 1 0,-1-1 0,1 0 0,-1 0 0,1 0 0,-1 0 0,1 0 0,-1 0 0,1 0 0,-1 0 0,1 0 0,0-1 0,-1 1 0,-1-1 0,0-1 0,0 0 0,1 0 0,-1 0 0,1-1 0,0 1 0,-1 0 0,1-1 0,0 0 0,1 1 0,-1-1 0,0 0 0,1 0 0,-1 0 0,1 0 0,0 0 0,0 0 0,0-1 0,0-5 0,-7-67 0,7 63 0,0-4 15,1-1 0,1 0 0,1 1 0,0-1 0,1 1 0,0 0 0,8-19 0,-7 25-139,0 0 0,1 1 1,1-1-1,-1 1 0,2 0 0,-1 1 1,2 0-1,-1 0 0,1 0 0,0 1 1,16-12-1,5 0-6702</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22.927"/>
    </inkml:context>
    <inkml:brush xml:id="br0">
      <inkml:brushProperty name="width" value="0.025" units="cm"/>
      <inkml:brushProperty name="height" value="0.025" units="cm"/>
      <inkml:brushProperty name="color" value="#E71224"/>
    </inkml:brush>
  </inkml:definitions>
  <inkml:trace contextRef="#ctx0" brushRef="#br0">50 183 24575,'-1'11'0,"0"0"0,-2 1 0,1-1 0,-2 0 0,1 0 0,-7 12 0,4-8 0,0 0 0,-5 29 0,10-39 0,0-1 0,1 0 0,0 1 0,-1-1 0,2 1 0,-1-1 0,1 0 0,-1 1 0,1-1 0,0 0 0,1 1 0,-1-1 0,1 0 0,3 7 0,-3-8 0,0 0 0,0-1 0,1 1 0,-1 0 0,1-1 0,0 1 0,-1-1 0,1 0 0,0 0 0,0 0 0,0 0 0,1-1 0,-1 1 0,0-1 0,1 0 0,-1 0 0,1 0 0,-1 0 0,1-1 0,-1 1 0,1-1 0,-1 0 0,1 0 0,0 0 0,-1 0 0,1-1 0,-1 0 0,1 1 0,-1-1 0,1 0 0,-1-1 0,0 1 0,6-4 0,-1 2 0,-1-1 0,0 0 0,0 0 0,-1-1 0,1 0 0,-1 0 0,0-1 0,0 1 0,-1-1 0,1 0 0,-1-1 0,-1 0 0,1 1 0,4-11 0,-7 8 0,1 1 0,-2 0 0,1-1 0,-1 0 0,0 1 0,-1-1 0,0 1 0,-1-1 0,1 0 0,-2 1 0,1-1 0,-5-12 0,5 16 0,0 0 0,-1 1 0,0-1 0,0 0 0,-1 0 0,1 1 0,-1-1 0,0 1 0,0 0 0,0 0 0,-1 0 0,1 0 0,-1 1 0,0-1 0,0 1 0,0 0 0,0 0 0,-1 1 0,1-1 0,-1 1 0,-9-3 0,13 4 0,-1 1 0,1 0 0,0 0 0,-1 1 0,1-1 0,-1 0 0,1 0 0,0 1 0,-1-1 0,1 1 0,0-1 0,-1 1 0,1-1 0,0 1 0,0 0 0,-1 0 0,1 0 0,0 0 0,0 0 0,0 0 0,0 0 0,0 0 0,1 0 0,-1 0 0,0 0 0,0 0 0,1 1 0,-1-1 0,0 0 0,1 1 0,0-1 0,-1 0 0,1 1 0,0-1 0,-1 1 0,1-1 0,0 0 0,0 2 0,-1 5 0,0 0 0,0 0 0,1 0 0,0 1 0,2 10 0,0-13 0,-1 0 0,1-1 0,0 0 0,1 1 0,0-1 0,-1 0 0,1 0 0,1 0 0,-1-1 0,1 1 0,0-1 0,0 0 0,0 0 0,1 0 0,-1-1 0,1 1 0,0-1 0,10 5 0,-12-7 0,0 1 0,1-1 0,-1 1 0,0-1 0,1 0 0,-1 0 0,1-1 0,0 1 0,-1-1 0,1 0 0,-1 0 0,1 0 0,0 0 0,-1 0 0,1-1 0,-1 0 0,1 0 0,-1 0 0,1 0 0,-1 0 0,1-1 0,-1 1 0,0-1 0,0 0 0,0 0 0,0 0 0,0 0 0,0-1 0,-1 1 0,1-1 0,2-3 0,-1-4 0,0 1 0,-1-1 0,0 1 0,-1-1 0,3-20 0,-3 21 0,-3 42 0,1-25 0,0 1 0,1-1 0,0 0 0,1 1 0,0-1 0,0 0 0,1 0 0,0 0 0,0 0 0,1 0 0,0-1 0,0 0 0,0 1 0,7 6 0,-9-12 0,0 1 0,0-1 0,1 0 0,-1 0 0,1 0 0,-1 0 0,1 0 0,-1 0 0,1-1 0,0 1 0,0-1 0,0 0 0,0 0 0,0 0 0,0 0 0,0-1 0,0 1 0,0-1 0,0 0 0,1 0 0,-1 0 0,0 0 0,0 0 0,0-1 0,0 1 0,0-1 0,0 0 0,0 0 0,0 0 0,0 0 0,0-1 0,0 1 0,0-1 0,-1 1 0,1-1 0,-1 0 0,1 0 0,-1-1 0,0 1 0,2-3 0,1 0 0,0 0 0,-1-1 0,0 0 0,0 0 0,-1 0 0,1 0 0,-1-1 0,-1 1 0,1-1 0,-1 0 0,0 1 0,1-10 0,0-3 0,-1 0 0,-1 1 0,-1-25 0,0 45 0,0 3 0,0 0 0,0 0 0,0 0 0,1-1 0,0 1 0,0 0 0,1 0 0,-1-1 0,1 1 0,0-1 0,0 1 0,0-1 0,1 0 0,0 0 0,-1 0 0,1 0 0,1 0 0,-1-1 0,6 5 0,-5-5 0,0-1 0,1 1 0,-1-1 0,1 0 0,0-1 0,0 1 0,-1-1 0,1 0 0,0 0 0,0-1 0,0 1 0,0-1 0,0 0 0,0-1 0,0 1 0,0-1 0,0 0 0,0 0 0,0 0 0,-1-1 0,1 0 0,0 0 0,-1 0 0,0 0 0,1-1 0,-1 0 0,0 1 0,0-2 0,0 1 0,-1 0 0,1-1 0,-1 0 0,0 1 0,0-1 0,0-1 0,0 1 0,-1 0 0,0-1 0,0 1 0,0-1 0,2-8 0,1-4 0,-1-1 0,0 0 0,1-33 0,-4 44 0,-1 1 0,0-1 0,0 0 0,-1 0 0,0 1 0,0-1 0,0 0 0,-1 1 0,0-1 0,0 1 0,-1 0 0,0-1 0,-4-5 0,7 11 0,-1 0 0,0 0 0,1 0 0,-1 0 0,0 0 0,0 1 0,0-1 0,0 0 0,0 0 0,0 1 0,0-1 0,0 0 0,0 1 0,0-1 0,-1 1 0,1 0 0,0-1 0,0 1 0,0 0 0,-1 0 0,1-1 0,0 1 0,0 0 0,-1 0 0,1 1 0,0-1 0,-2 0 0,1 1 0,-1 0 0,1 0 0,0 0 0,0 1 0,0-1 0,0 1 0,0-1 0,0 1 0,0-1 0,1 1 0,-1 0 0,1 0 0,-3 3 0,2-3 0,1 0 0,-1 1 0,1-1 0,-1 0 0,1 1 0,0-1 0,0 1 0,0 0 0,0-1 0,0 1 0,1 0 0,-1-1 0,1 1 0,0 0 0,0 0 0,0-1 0,0 1 0,0 0 0,0 0 0,1-1 0,0 1 0,-1 0 0,1-1 0,0 1 0,0-1 0,3 5 0,0-4 0,1 0 0,-1-1 0,1 1 0,0-1 0,0 0 0,0 0 0,0-1 0,0 0 0,1 0 0,-1 0 0,0 0 0,1-1 0,-1 0 0,0 0 0,1 0 0,-1-1 0,0 0 0,7-1 0,-4 0 0,0 1 0,-1 1 0,1 0 0,0 0 0,0 0 0,-1 1 0,13 3 0,-17-4 0,-1 2 0,0-1 0,0 0 0,0 0 0,0 1 0,0-1 0,0 1 0,0-1 0,0 1 0,0 0 0,-1 0 0,1 0 0,-1 0 0,1 0 0,-1 0 0,0 0 0,0 1 0,0-1 0,0 0 0,0 1 0,0 3 0,1 6 0,0 0 0,-1 1 0,0 16 0,-1-20 0,0 0 0,0 0 0,1-1 0,0 1 0,3 9 0,-3-16-47,0 0 0,0 0 0,0 1 0,0-1 0,0 0 0,0 0 0,0 0 0,1-1 0,-1 1-1,1 0 1,0 0 0,-1-1 0,1 1 0,0-1 0,0 0 0,0 1 0,0-1 0,0 0 0,0 0 0,0 0 0,0 0 0,1-1-1,-1 1 1,0-1 0,0 1 0,1-1 0,-1 0 0,4 0 0,22 0-6779</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23.783"/>
    </inkml:context>
    <inkml:brush xml:id="br0">
      <inkml:brushProperty name="width" value="0.025" units="cm"/>
      <inkml:brushProperty name="height" value="0.025" units="cm"/>
      <inkml:brushProperty name="color" value="#E71224"/>
    </inkml:brush>
  </inkml:definitions>
  <inkml:trace contextRef="#ctx0" brushRef="#br0">26 52 24575,'-2'-39'0,"-1"26"0,-2 26 0,-3 57 0,3-1 0,3 76 0,2-59 0,0 580 0,-1-815 0,6-181 0,-4 312 0,1-1 0,1 0 0,10-34 0,-13 50 0,1 0 0,0 0 0,0 0 0,0 0 0,0 1 0,0-1 0,1 0 0,-1 1 0,1-1 0,0 1 0,-1-1 0,1 1 0,1 0 0,-1 0 0,0 0 0,0 0 0,1 0 0,-1 0 0,1 1 0,-1-1 0,1 1 0,0-1 0,0 1 0,-1 0 0,1 0 0,0 1 0,0-1 0,0 1 0,0-1 0,0 1 0,0 0 0,0 0 0,4 0 0,-4 1 0,0 0 0,1 0 0,-1 0 0,0 0 0,1 0 0,-1 1 0,0 0 0,0-1 0,0 1 0,0 0 0,-1 0 0,1 1 0,-1-1 0,1 1 0,-1-1 0,0 1 0,1 0 0,-1-1 0,-1 1 0,1 0 0,0 1 0,-1-1 0,0 0 0,1 0 0,-1 1 0,0-1 0,-1 0 0,1 1 0,-1-1 0,1 5 0,-1-1 0,0-1 0,0 0 0,0 1 0,-1-1 0,0 0 0,-1 1 0,1-1 0,-1 0 0,0 0 0,0 0 0,-1 0 0,0-1 0,0 1 0,0-1 0,-8 10 0,7-11 0,0 0 0,0 0 0,-1-1 0,0 1 0,0-1 0,0 0 0,0 0 0,0 0 0,-1-1 0,-5 2 0,9-3 0,1-1 0,-1 0 0,1 1 0,-1-1 0,1 0 0,-1 0 0,1 0 0,0 0 0,-1 0 0,1 0 0,-1 0 0,1-1 0,-1 1 0,1-1 0,-1 1 0,1-1 0,0 1 0,-1-1 0,1 0 0,0 1 0,-1-1 0,1 0 0,0 0 0,0 0 0,0 0 0,0 0 0,0 0 0,0 0 0,0-1 0,0 1 0,0 0 0,1 0 0,-1-1 0,0 1 0,1-1 0,-1 1 0,1 0 0,0-1 0,-1 1 0,1-1 0,0 1 0,0-1 0,0 1 0,0-3 0,3-20-1365,5 2-5461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24.188"/>
    </inkml:context>
    <inkml:brush xml:id="br0">
      <inkml:brushProperty name="width" value="0.025" units="cm"/>
      <inkml:brushProperty name="height" value="0.025" units="cm"/>
      <inkml:brushProperty name="color" value="#E71224"/>
    </inkml:brush>
  </inkml:definitions>
  <inkml:trace contextRef="#ctx0" brushRef="#br0">0 19 24575,'0'0'0,"4"0"0,0 1 0,0-1 0,1 1 0,-1 0 0,0 0 0,0 1 0,-1-1 0,1 1 0,0-1 0,0 1 0,-1 1 0,1-1 0,-1 0 0,5 5 0,-2 3 0,0 1 0,0 0 0,-1 1 0,0-1 0,-1 1 0,-1 0 0,1 0 0,-2 1 0,0-1 0,0 0 0,-2 1 0,1-1 0,-1 1 0,-1-1 0,-3 18 0,4-29 0,0 0 0,0 0 0,0 0 0,0-1 0,0 1 0,0 0 0,0 0 0,-1 0 0,1 0 0,0 0 0,0 0 0,-1 0 0,1-1 0,-1 1 0,1 0 0,-1 0 0,1-1 0,-1 1 0,1 0 0,-1 0 0,0-1 0,1 1 0,-2 0 0,-6-19 0,1-38 0,7 39 24,1 0 0,1 1 0,0-1 0,9-29 0,-10 41-92,0 1 1,1-1-1,-1 0 1,1 1-1,1 0 1,-1-1-1,0 1 1,1 0-1,0 0 1,0 1-1,0-1 1,1 0-1,-1 1 1,1 0-1,0 0 1,0 0-1,0 0 1,0 1-1,0 0 1,0-1-1,6-1 1,15 0-6759</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24.963"/>
    </inkml:context>
    <inkml:brush xml:id="br0">
      <inkml:brushProperty name="width" value="0.025" units="cm"/>
      <inkml:brushProperty name="height" value="0.025" units="cm"/>
      <inkml:brushProperty name="color" value="#E71224"/>
    </inkml:brush>
  </inkml:definitions>
  <inkml:trace contextRef="#ctx0" brushRef="#br0">51 102 24575,'-2'0'0,"0"1"0,0-1 0,0 1 0,0 0 0,0 0 0,0 0 0,0 0 0,0 0 0,0 1 0,1-1 0,-1 0 0,0 1 0,1-1 0,-1 1 0,1 0 0,-1 0 0,1-1 0,0 1 0,0 0 0,0 0 0,0 0 0,0 0 0,0 0 0,1 1 0,-1-1 0,1 0 0,-1 4 0,-9 65 0,9-68 0,1 4 0,0 0 0,1 0 0,-1 0 0,1 0 0,0 0 0,1 0 0,0 0 0,0 0 0,3 6 0,-4-12 0,0 1 0,-1-1 0,1 0 0,0 0 0,-1 0 0,1 0 0,0 0 0,0 0 0,0 0 0,0 0 0,0 0 0,0 0 0,0 0 0,0-1 0,1 1 0,-1 0 0,0-1 0,0 1 0,1-1 0,-1 1 0,2-1 0,-1 0 0,0 0 0,0-1 0,0 1 0,0-1 0,0 1 0,0-1 0,0 0 0,0 0 0,-1 0 0,1 0 0,0 0 0,0 0 0,-1 0 0,1-1 0,-1 1 0,1-1 0,-1 1 0,3-4 0,3-4 0,-1-1 0,1 0 0,-2-1 0,1 1 0,-2-1 0,1 0 0,-1 0 0,-1-1 0,0 1 0,3-23 0,-5 26 0,0 1 0,0-1 0,-1 1 0,0-1 0,0 0 0,-1 1 0,0-1 0,0 1 0,0-1 0,-1 1 0,0 0 0,-1 0 0,0 0 0,0 0 0,0 0 0,-1 0 0,-8-10 0,12 16 0,-1 0 0,0 0 0,0 0 0,1 0 0,-1 1 0,0-1 0,0 0 0,0 0 0,0 1 0,0-1 0,0 0 0,0 1 0,0-1 0,0 1 0,0 0 0,0-1 0,0 1 0,0 0 0,0-1 0,0 1 0,0 0 0,-1 0 0,1 0 0,0 0 0,0 0 0,0 0 0,0 0 0,0 1 0,-1-1 0,1 0 0,0 1 0,0-1 0,0 0 0,0 1 0,0 0 0,0-1 0,0 1 0,0-1 0,0 1 0,1 0 0,-1 0 0,0 0 0,0-1 0,0 1 0,1 0 0,-1 0 0,0 1 0,0 1 0,0-1 0,0 0 0,0 0 0,0 0 0,0 1 0,1-1 0,-1 1 0,1-1 0,0 0 0,0 1 0,0-1 0,0 1 0,0-1 0,0 0 0,1 1 0,-1-1 0,1 0 0,-1 1 0,1-1 0,0 0 0,0 0 0,2 4 0,2-1 0,0 0 0,1 0 0,-1 0 0,1-1 0,0 0 0,0 0 0,1-1 0,-1 0 0,1 0 0,-1 0 0,1-1 0,0 0 0,0 0 0,0-1 0,0 1 0,7-1 0,4 1 0,-1-1 0,1-1 0,0 0 0,-1-1 0,26-6 0,-39 6 0,0 0 0,0-1 0,0 1 0,0-1 0,0 0 0,0 0 0,-1-1 0,1 1 0,-1-1 0,0 0 0,1 0 0,4-6 0,-6 7 0,-1 0 0,1 1 0,-1-1 0,0 0 0,0 0 0,0 0 0,0 0 0,0 0 0,-1 0 0,1 0 0,0 0 0,-1 0 0,0-1 0,1 1 0,-1 0 0,0 0 0,0 0 0,0-1 0,0 1 0,-1 0 0,1 0 0,-1 0 0,1-1 0,-1 1 0,0 0 0,-1-2 0,2 4 0,0-1 0,0 1 0,0 0 0,0 0 0,0 0 0,0 0 0,0 0 0,0 0 0,-1 0 0,1-1 0,0 1 0,0 0 0,0 0 0,0 0 0,0 0 0,0 0 0,0 0 0,0 0 0,-1 0 0,1 0 0,0 0 0,0 0 0,0 0 0,0 0 0,0 0 0,0 0 0,-1 0 0,1 0 0,0 0 0,0 0 0,0 0 0,0 0 0,0 0 0,0 0 0,0 0 0,-1 0 0,1 0 0,0 0 0,0 0 0,0 0 0,0 0 0,0 0 0,0 0 0,0 0 0,-1 0 0,1 0 0,0 0 0,0 1 0,0-1 0,0 0 0,0 0 0,0 0 0,0 0 0,0 0 0,0 0 0,0 0 0,0 0 0,0 1 0,0-1 0,-1 0 0,-4 14 0,-1 17 0,-2 299 0,8-99 0,-1-223 0,1 0 0,-1 0 0,-1 0 0,1 0 0,-4 8 0,5-15 0,0-1 0,0 1 0,-1 0 0,1 0 0,0 0 0,-1 0 0,1 0 0,-1-1 0,1 1 0,-1 0 0,1 0 0,-1-1 0,1 1 0,-1 0 0,0-1 0,0 1 0,1-1 0,-1 1 0,0-1 0,0 1 0,1-1 0,-1 1 0,0-1 0,0 0 0,0 1 0,0-1 0,0 0 0,0 0 0,0 0 0,0 0 0,1 0 0,-1 0 0,0 0 0,0 0 0,0 0 0,0 0 0,0 0 0,0 0 0,0-1 0,0 1 0,1 0 0,-1-1 0,0 1 0,0-1 0,0 1 0,1-1 0,-1 1 0,0-1 0,0 0 0,1 1 0,-1-1 0,0-1 0,-7-5 0,1-1 0,0-1 0,0 1 0,1-1 0,0 0 0,1-1 0,0 1 0,0-1 0,-4-15 0,1 0 0,1 0 0,-8-49 0,14 59-76,0 1 1,1-1-1,1 1 0,1 0 0,0-1 0,0 1 0,1 0 0,1 0 1,1 0-1,0 1 0,0-1 0,1 1 0,1 1 0,0-1 1,1 1-1,1 0 0,11-13 0,12-7-6750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25.383"/>
    </inkml:context>
    <inkml:brush xml:id="br0">
      <inkml:brushProperty name="width" value="0.025" units="cm"/>
      <inkml:brushProperty name="height" value="0.025" units="cm"/>
      <inkml:brushProperty name="color" value="#E71224"/>
    </inkml:brush>
  </inkml:definitions>
  <inkml:trace contextRef="#ctx0" brushRef="#br0">1 1 24575,'0'0'-8191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25.819"/>
    </inkml:context>
    <inkml:brush xml:id="br0">
      <inkml:brushProperty name="width" value="0.025" units="cm"/>
      <inkml:brushProperty name="height" value="0.025" units="cm"/>
      <inkml:brushProperty name="color" value="#E71224"/>
    </inkml:brush>
  </inkml:definitions>
  <inkml:trace contextRef="#ctx0" brushRef="#br0">55 82 24575,'-1'0'0,"1"0"0,0 0 0,-1 0 0,1 0 0,0 0 0,-1 0 0,1 0 0,-1 0 0,1 0 0,0 1 0,-1-1 0,1 0 0,0 0 0,0 0 0,-1 0 0,1 1 0,0-1 0,-1 0 0,1 0 0,0 0 0,0 1 0,-1-1 0,1 0 0,0 1 0,0-1 0,-1 0 0,1 0 0,0 1 0,0-1 0,0 0 0,0 1 0,0-1 0,0 1 0,-1-1 0,1 0 0,0 1 0,0-1 0,0 0 0,0 1 0,0-1 0,0 0 0,0 1 0,1-1 0,-1 0 0,0 1 0,0-1 0,0 0 0,0 1 0,0-1 0,0 0 0,1 1 0,-1-1 0,13 17 0,-11-16 0,0 0 0,0-1 0,-1 1 0,1-1 0,0 1 0,0-1 0,0 0 0,0 0 0,0 0 0,0 0 0,0 0 0,-1 0 0,1 0 0,0-1 0,0 1 0,0-1 0,0 1 0,-1-1 0,1 0 0,0 0 0,-1 0 0,1 0 0,0 0 0,-1 0 0,1 0 0,-1 0 0,1-1 0,-1 1 0,0 0 0,0-1 0,0 1 0,0-1 0,0 0 0,0 1 0,0-1 0,0 0 0,0 1 0,-1-1 0,1-2 0,1 1 0,-1 0 0,0 0 0,0 0 0,0 0 0,0 0 0,-1 0 0,1 0 0,-1 0 0,0 0 0,0 0 0,0 0 0,0 0 0,0 0 0,-1 0 0,1-1 0,-1 1 0,0 1 0,0-1 0,0 0 0,0 0 0,0 0 0,-1 0 0,-2-3 0,2 5 0,1 0 0,0 0 0,-1 1 0,1-1 0,-1 1 0,1-1 0,-1 1 0,1-1 0,-1 1 0,1 0 0,-1 0 0,1 0 0,-1 0 0,0 0 0,1 0 0,-1 0 0,1 1 0,-1-1 0,1 1 0,-1-1 0,1 1 0,-1-1 0,1 1 0,0 0 0,-1-1 0,1 1 0,0 0 0,0 0 0,-1 0 0,1 0 0,0 0 0,0 1 0,-1 0 0,-4 4 0,1 0 0,-1 0 0,1 0 0,0 1 0,-4 7 0,4-3 0,0-1 0,1 1 0,0-1 0,1 1 0,0 0 0,1 1 0,0-1 0,0 15 0,2-22 0,-1 0 0,1 0 0,0 0 0,1 0 0,-1 1 0,1-1 0,0 0 0,0 0 0,0 0 0,0 0 0,1 0 0,0-1 0,-1 1 0,2 0 0,-1-1 0,0 1 0,1-1 0,-1 0 0,1 1 0,0-1 0,0-1 0,0 1 0,0 0 0,1-1 0,6 4 0,5-1-195,-1 0 0,1-2 0,1 1 0,-1-2 0,0 0 0,19-1 0,3 0-6631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26.180"/>
    </inkml:context>
    <inkml:brush xml:id="br0">
      <inkml:brushProperty name="width" value="0.025" units="cm"/>
      <inkml:brushProperty name="height" value="0.025" units="cm"/>
      <inkml:brushProperty name="color" value="#E71224"/>
    </inkml:brush>
  </inkml:definitions>
  <inkml:trace contextRef="#ctx0" brushRef="#br0">79 336 24575,'-8'9'0,"1"1"0,0 0 0,0 0 0,1 1 0,0 0 0,1 0 0,0 0 0,1 1 0,0-1 0,-2 17 0,1-5 0,1 0 0,2 0 0,0 0 0,2 36 0,0-54 0,1-1 0,-1 1 0,1 0 0,0-1 0,0 1 0,0-1 0,0 0 0,1 1 0,0-1 0,0 0 0,0 0 0,0 0 0,1 0 0,0 0 0,0-1 0,0 1 0,0-1 0,0 0 0,1 0 0,6 6 0,-6-8 0,0 1 0,1 0 0,-1-1 0,0 0 0,0 0 0,1 0 0,-1-1 0,0 1 0,1-1 0,-1 0 0,1-1 0,-1 1 0,0 0 0,1-1 0,-1 0 0,0 0 0,1-1 0,-1 1 0,0-1 0,0 0 0,6-4 0,1-1 0,-1 0 0,0-1 0,0 0 0,-1-1 0,0 0 0,-1 0 0,0-1 0,0 0 0,-1-1 0,0 0 0,-1 0 0,0 0 0,-1-1 0,0 1 0,4-19 0,1-7 0,-1-1 0,-3 1 0,4-72 0,-8 78 0,2-13 0,-3 1 0,-1-1 0,-11-73 0,11 116 0,0 0 0,0-1 0,0 1 0,0 0 0,0-1 0,-1 1 0,1 0 0,-1-1 0,1 1 0,0 0 0,-1 0 0,0-1 0,1 1 0,-1 0 0,0 0 0,0 0 0,1 0 0,-1 0 0,0 0 0,0 0 0,0 0 0,0 0 0,0 1 0,-3-2 0,3 3 0,0 0 0,0 0 0,0 0 0,-1 0 0,1 0 0,0 0 0,0 0 0,0 0 0,1 1 0,-1-1 0,0 0 0,0 1 0,1-1 0,-1 1 0,1-1 0,-1 1 0,1-1 0,-1 1 0,1-1 0,0 1 0,0 2 0,-10 69 0,3 0 0,5 126 0,2-117 0,0-56 0,2 1 0,0 0 0,2-1 0,1 0 0,11 35 0,-14-53 0,0 0 0,1-1 0,0 1 0,1-1 0,-1 0 0,1 0 0,1 0 0,-1 0 0,1-1 0,1 1 0,-1-1 0,1-1 0,0 1 0,0-1 0,1 0 0,-1 0 0,1-1 0,0 0 0,0 0 0,1-1 0,11 4 0,-14-6-57,0 0 0,0-1 1,0 1-1,-1-1 0,1 0 0,0-1 0,0 1 0,0-1 0,0 0 0,-1-1 0,1 1 1,0-1-1,-1 1 0,1-1 0,-1-1 0,0 1 0,0-1 0,0 0 0,0 1 1,0-2-1,0 1 0,-1 0 0,5-6 0,17-23-6769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1:26.567"/>
    </inkml:context>
    <inkml:brush xml:id="br0">
      <inkml:brushProperty name="width" value="0.025" units="cm"/>
      <inkml:brushProperty name="height" value="0.025" units="cm"/>
      <inkml:brushProperty name="color" value="#E71224"/>
    </inkml:brush>
  </inkml:definitions>
  <inkml:trace contextRef="#ctx0" brushRef="#br0">0 62 24575,'13'0'0,"18"0"0,16 0 0,13-4 0,10-11 0,1-6 0,-11-1-8191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12.967"/>
    </inkml:context>
    <inkml:brush xml:id="br0">
      <inkml:brushProperty name="width" value="0.025" units="cm"/>
      <inkml:brushProperty name="height" value="0.025" units="cm"/>
    </inkml:brush>
  </inkml:definitions>
  <inkml:trace contextRef="#ctx0" brushRef="#br0">0 9 24575,'0'-4'0,"4"-1"0,1 8 0,7 6 0,1 6 0,6 7 0,-1 4 0,5 5 0,-2 0 0,2-2 0,-2 3 0,-2 1 0,-3 1 0,-5-4 0,-1-6 0,-2-14 0,-2-20 0,-2-8-8191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13.526"/>
    </inkml:context>
    <inkml:brush xml:id="br0">
      <inkml:brushProperty name="width" value="0.025" units="cm"/>
      <inkml:brushProperty name="height" value="0.025" units="cm"/>
    </inkml:brush>
  </inkml:definitions>
  <inkml:trace contextRef="#ctx0" brushRef="#br0">216 0 24575,'-3'0'0,"-2"4"0,-3 8 0,-1 6 0,-5 7 0,-1 2 0,-1 5 0,1 3 0,-2 4 0,0 1 0,0 2 0,3 1 0,-3-3 0,0-6 0,1 0 0,6-6 0,4-9-8191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15.157"/>
    </inkml:context>
    <inkml:brush xml:id="br0">
      <inkml:brushProperty name="width" value="0.025" units="cm"/>
      <inkml:brushProperty name="height" value="0.025" units="cm"/>
    </inkml:brush>
  </inkml:definitions>
  <inkml:trace contextRef="#ctx0" brushRef="#br0">133 19 24575,'0'-2'0,"0"1"0,-1 0 0,1 0 0,-1 1 0,1-1 0,-1 0 0,1 0 0,-1 0 0,0 0 0,1 0 0,-1 1 0,0-1 0,0 0 0,1 0 0,-1 1 0,0-1 0,0 1 0,0-1 0,0 1 0,0-1 0,0 1 0,0-1 0,0 1 0,0 0 0,0 0 0,0-1 0,0 1 0,0 0 0,-2 0 0,1 1 0,0 0 0,0 0 0,0 0 0,0 0 0,0 0 0,0 0 0,1 1 0,-1-1 0,0 1 0,1-1 0,-1 1 0,1 0 0,-2 2 0,-6 9 0,1 0 0,0 1 0,-5 14 0,4-7 0,1 1 0,2 0 0,0 0 0,1 0 0,1 1 0,1 0 0,1 0 0,1-1 0,1 1 0,1 0 0,2 0 0,8 40 0,-10-59-47,1 0 0,0 0 0,0 0 0,0 0 0,0 0 0,1 0 0,-1-1 0,1 1 0,0-1-1,0 0 1,1 0 0,-1 0 0,1 0 0,-1-1 0,1 1 0,0-1 0,0 0 0,0 0 0,0 0 0,0-1 0,0 1 0,1-1-1,-1 0 1,1 0 0,-1-1 0,0 1 0,1-1 0,6 0 0,13 0-6779</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16.131"/>
    </inkml:context>
    <inkml:brush xml:id="br0">
      <inkml:brushProperty name="width" value="0.025" units="cm"/>
      <inkml:brushProperty name="height" value="0.025" units="cm"/>
    </inkml:brush>
  </inkml:definitions>
  <inkml:trace contextRef="#ctx0" brushRef="#br0">176 192 24575,'0'-2'0,"-1"2"0,1-1 0,-1 0 0,0 0 0,1 0 0,-1 0 0,0 0 0,0 0 0,0 1 0,0-1 0,1 0 0,-1 1 0,0-1 0,0 1 0,0-1 0,0 1 0,0-1 0,-1 1 0,1-1 0,0 1 0,0 0 0,0 0 0,0 0 0,-2 0 0,-32-5 0,32 5 0,-1-1 0,0 1 0,0 0 0,0 0 0,0 0 0,0 1 0,0-1 0,0 1 0,0 0 0,1 0 0,-1 0 0,0 1 0,0-1 0,1 1 0,-1 0 0,1 0 0,0 0 0,0 0 0,-1 1 0,2-1 0,-1 1 0,0 0 0,0 0 0,1 0 0,-1 0 0,1 1 0,0-1 0,0 0 0,1 1 0,-1 0 0,-1 5 0,-1 3 0,1 0 0,0 1 0,1-1 0,1 1 0,0-1 0,0 1 0,1 0 0,3 19 0,-3-29 0,0-1 0,1 1 0,-1 0 0,1 0 0,-1-1 0,1 1 0,0 0 0,0-1 0,0 1 0,0-1 0,1 1 0,-1-1 0,1 0 0,-1 1 0,1-1 0,0 0 0,0 0 0,0 0 0,0 0 0,0-1 0,0 1 0,0 0 0,1-1 0,-1 0 0,1 1 0,-1-1 0,1 0 0,0 0 0,-1-1 0,1 1 0,0-1 0,-1 1 0,1-1 0,0 0 0,0 0 0,-1 0 0,4 0 0,-1-1 0,0 0 0,0 0 0,-1 0 0,1-1 0,0 1 0,-1-1 0,1 0 0,-1-1 0,0 1 0,0-1 0,0 0 0,0 0 0,0 0 0,-1 0 0,1-1 0,-1 1 0,0-1 0,0 0 0,0 0 0,4-8 0,0-6 0,0 0 0,-1-1 0,-1 0 0,-1-1 0,-1 1 0,1-28 0,-3-122 0,-2 129 0,-1 89 0,-1-19 0,2-1 0,1 1 0,1 0 0,10 56 0,-10-83 0,0 1 0,1 0 0,-1-1 0,1 1 0,0-1 0,0 0 0,0 0 0,1 1 0,-1-1 0,1-1 0,0 1 0,0 0 0,0-1 0,0 1 0,0-1 0,0 0 0,1 0 0,-1 0 0,1-1 0,-1 1 0,1-1 0,0 0 0,3 1 0,-4-1 0,1-1 0,-1 0 0,0 0 0,0 0 0,0 0 0,0 0 0,0-1 0,0 1 0,0-1 0,0 0 0,0 0 0,0 0 0,0 0 0,-1-1 0,1 1 0,0-1 0,-1 0 0,1 1 0,-1-1 0,0 0 0,1-1 0,-1 1 0,0 0 0,0-1 0,-1 1 0,1-1 0,0 1 0,-1-1 0,3-5 0,0-5 0,5-11 0,-9 24 0,-1-1 0,1 1 0,1 0 0,-1 0 0,0-1 0,0 1 0,0 0 0,0-1 0,0 1 0,0 0 0,0 0 0,0-1 0,0 1 0,0 0 0,1 0 0,-1-1 0,0 1 0,0 0 0,0 0 0,1 0 0,-1-1 0,0 1 0,0 0 0,0 0 0,1 0 0,-1 0 0,0-1 0,0 1 0,1 0 0,-1 0 0,0 0 0,0 0 0,1 0 0,-1 0 0,0 0 0,1 0 0,-1 0 0,0 0 0,0 0 0,1 0 0,-1 0 0,0 0 0,1 0 0,-1 0 0,0 0 0,0 0 0,1 0 0,-1 1 0,0-1 0,1 0 0,23 19-1365,-12-13-5461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16.496"/>
    </inkml:context>
    <inkml:brush xml:id="br0">
      <inkml:brushProperty name="width" value="0.025" units="cm"/>
      <inkml:brushProperty name="height" value="0.025" units="cm"/>
    </inkml:brush>
  </inkml:definitions>
  <inkml:trace contextRef="#ctx0" brushRef="#br0">0 1 24575</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17.055"/>
    </inkml:context>
    <inkml:brush xml:id="br0">
      <inkml:brushProperty name="width" value="0.025" units="cm"/>
      <inkml:brushProperty name="height" value="0.025" units="cm"/>
    </inkml:brush>
  </inkml:definitions>
  <inkml:trace contextRef="#ctx0" brushRef="#br0">68 7 24575,'6'-7'0,"-13"7"0,6 1 0,1-1 0,-1 0 0,1 1 0,-1-1 0,1 1 0,-1-1 0,1 1 0,-1-1 0,1 1 0,0-1 0,-1 1 0,1-1 0,0 1 0,-1 0 0,1-1 0,0 1 0,0 0 0,-1-1 0,1 1 0,0-1 0,0 1 0,0 0 0,0 0 0,0-1 0,0 1 0,0 0 0,0-1 0,0 1 0,0 0 0,1-1 0,-1 1 0,0-1 0,0 1 0,1 0 0,-1-1 0,0 1 0,1-1 0,-1 1 0,0 0 0,1-1 0,-1 1 0,1-1 0,-1 0 0,1 1 0,-1-1 0,2 1 0,18 23 0,-14-18 0,-1 0 0,0 0 0,0 1 0,0-1 0,-1 1 0,6 12 0,-10-16 0,1-1 0,0 1 0,-1 0 0,0-1 0,1 1 0,-1 0 0,0-1 0,0 1 0,-1 0 0,1 0 0,-1-1 0,1 1 0,-1-1 0,0 1 0,0 0 0,0-1 0,0 1 0,0-1 0,-1 0 0,1 1 0,-1-1 0,1 0 0,-1 0 0,-3 3 0,1-1 0,1-1 0,0 0 0,-1 0 0,1 0 0,-1 0 0,0-1 0,0 0 0,0 1 0,0-1 0,0-1 0,-1 1 0,1-1 0,-1 1 0,1-1 0,-1-1 0,1 1 0,-1 0 0,1-1 0,-1 0 0,0 0 0,1-1 0,-6 0 0,2-6-1365,8-2-5461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18.917"/>
    </inkml:context>
    <inkml:brush xml:id="br0">
      <inkml:brushProperty name="width" value="0.025" units="cm"/>
      <inkml:brushProperty name="height" value="0.025" units="cm"/>
    </inkml:brush>
  </inkml:definitions>
  <inkml:trace contextRef="#ctx0" brushRef="#br0">70 33 24575,'-4'-26'0,"4"25"0,0 1 0,0 0 0,0-1 0,-1 1 0,1 0 0,0-1 0,0 1 0,0 0 0,-1-1 0,1 1 0,0 0 0,0 0 0,-1-1 0,1 1 0,0 0 0,-1 0 0,1 0 0,0 0 0,-1-1 0,1 1 0,0 0 0,-1 0 0,1 0 0,0 0 0,-1 0 0,1 0 0,0 0 0,-1 0 0,1 0 0,-1 0 0,1 0 0,-1 0 0,-1 1 0,0 1 0,-1 0 0,1-1 0,0 1 0,0 0 0,1 0 0,-1 0 0,0 0 0,1 0 0,-1 1 0,1-1 0,0 0 0,-1 1 0,0 2 0,-4 11 0,1-1 0,0 1 0,2 0 0,-1 1 0,2-1 0,0 0 0,1 1 0,1-1 0,0 1 0,2-1 0,5 32 0,-6-44 4,1 0 0,-1 0 0,1-1 0,-1 1 0,1 0-1,1-1 1,-1 0 0,0 1 0,1-1 0,0 0 0,-1 0 0,1 0-1,0-1 1,1 1 0,-1-1 0,0 1 0,1-1 0,-1 0 0,1 0 0,0-1-1,0 1 1,-1-1 0,1 0 0,0 0 0,0 0 0,0-1 0,0 1-1,1-1 1,-1 0 0,5 0 0,0-1-110,-1 0 0,1 0 0,0 0 0,-1-1 0,1-1 0,-1 0-1,0 0 1,0 0 0,0-1 0,0 0 0,0 0 0,-1-1 0,8-7 0,1-2-6720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19.681"/>
    </inkml:context>
    <inkml:brush xml:id="br0">
      <inkml:brushProperty name="width" value="0.025" units="cm"/>
      <inkml:brushProperty name="height" value="0.025" units="cm"/>
    </inkml:brush>
  </inkml:definitions>
  <inkml:trace contextRef="#ctx0" brushRef="#br0">0 55 24575,'7'0'0,"0"2"0,0-1 0,0 1 0,0 0 0,0 1 0,0-1 0,-1 2 0,1-1 0,-1 0 0,0 1 0,0 0 0,0 1 0,-1-1 0,1 1 0,-1 0 0,5 7 0,-6-8 0,0 0 0,-1 1 0,0-1 0,1 1 0,-1-1 0,-1 1 0,1 0 0,-1 0 0,0 0 0,0 1 0,-1-1 0,1 0 0,-1 1 0,0-1 0,-1 1 0,1-1 0,-1 1 0,0-1 0,0 1 0,-1 0 0,0-1 0,-2 10 0,-1-12 0,0-13 0,-1-13 0,3-3 0,0 0 0,3-30 0,-1 49 0,1 0 0,0 0 0,0 0 0,0 0 0,1 0 0,0 1 0,0-1 0,1 0 0,0 1 0,0 0 0,0 0 0,1 0 0,5-6 0,2 6-1365,-3 7-5461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20.362"/>
    </inkml:context>
    <inkml:brush xml:id="br0">
      <inkml:brushProperty name="width" value="0.025" units="cm"/>
      <inkml:brushProperty name="height" value="0.025" units="cm"/>
    </inkml:brush>
  </inkml:definitions>
  <inkml:trace contextRef="#ctx0" brushRef="#br0">66 53 24575,'-2'0'0,"0"1"0,0 0 0,0 0 0,1 0 0,-1 0 0,0 1 0,0-1 0,1 0 0,-1 1 0,1-1 0,-1 1 0,1-1 0,0 1 0,0 0 0,-1 0 0,1 0 0,0-1 0,1 1 0,-1 0 0,0 0 0,0 0 0,1 0 0,0 1 0,-1-1 0,1 2 0,-1-3 0,0 1 0,1-1 0,-1 1 0,1-1 0,0 1 0,-1 0 0,1-1 0,0 1 0,0-1 0,0 1 0,0-1 0,0 1 0,0 0 0,1-1 0,-1 1 0,0-1 0,1 1 0,-1-1 0,1 1 0,0-1 0,-1 1 0,1-1 0,0 0 0,0 1 0,0-1 0,0 0 0,0 0 0,0 1 0,0-1 0,0 0 0,1 0 0,1 1 0,-2-3 0,1 1 0,-1 0 0,1-1 0,-1 1 0,0-1 0,1 0 0,-1 1 0,0-1 0,0 0 0,1 0 0,-1 0 0,0 0 0,0 0 0,0 0 0,0 0 0,0 0 0,0 0 0,-1-1 0,1 1 0,0 0 0,-1-1 0,1 1 0,0 0 0,-1-1 0,0 1 0,1-1 0,-1 1 0,0-1 0,0-2 0,8-45 0,-7 45 0,-1 1 0,0-1 0,-1 0 0,1 1 0,-1-1 0,1 1 0,-1-1 0,0 1 0,0 0 0,-1-1 0,1 1 0,-1 0 0,-2-5 0,3 7 0,1 0 0,-1 1 0,1-1 0,-1 1 0,1-1 0,-1 1 0,0-1 0,1 1 0,-1-1 0,0 1 0,1 0 0,-1-1 0,0 1 0,1 0 0,-1 0 0,0 0 0,0-1 0,1 1 0,-1 0 0,0 0 0,0 0 0,1 0 0,-1 0 0,0 0 0,0 1 0,-1-1 0,0 1 0,0 0 0,1 0 0,-1 0 0,1 0 0,-1 1 0,1-1 0,-1 0 0,1 1 0,0-1 0,-1 1 0,1-1 0,0 1 0,-1 2 0,-3 5 0,1 0 0,0-1 0,1 1 0,0 1 0,0-1 0,1 0 0,0 1 0,1-1 0,0 1 0,0 0 0,1-1 0,1 11 0,-1-16 0,1 0 0,-1 0 0,0 0 0,1-1 0,0 1 0,0 0 0,0 0 0,1-1 0,-1 1 0,1-1 0,0 1 0,0-1 0,0 0 0,0 0 0,0 0 0,1 0 0,0 0 0,-1 0 0,1-1 0,0 1 0,0-1 0,0 0 0,1 0 0,-1 0 0,0 0 0,1-1 0,0 1 0,-1-1 0,1 0 0,0 0 0,-1 0 0,7 0 0,-7-1-85,0 0 0,1 0-1,-1 0 1,0-1 0,0 1-1,0-1 1,1 0 0,-1 0-1,0 0 1,0-1 0,0 1-1,-1-1 1,1 1 0,0-1-1,3-3 1,14-13-6741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20.780"/>
    </inkml:context>
    <inkml:brush xml:id="br0">
      <inkml:brushProperty name="width" value="0.025" units="cm"/>
      <inkml:brushProperty name="height" value="0.025" units="cm"/>
    </inkml:brush>
  </inkml:definitions>
  <inkml:trace contextRef="#ctx0" brushRef="#br0">2 0 24575,'-2'105'0,"5"151"0,-2-253 0,-1 0 0,0 0 0,1 1 0,0-1 0,-1 0 0,1 0 0,1 0 0,-1 0 0,0 0 0,1 0 0,-1 0 0,1-1 0,0 1 0,0 0 0,0-1 0,0 0 0,4 3 0,-6-4 0,1-1 0,0 1 0,0-1 0,-1 0 0,1 1 0,0-1 0,0 0 0,0 0 0,-1 0 0,1 0 0,0 1 0,0-1 0,0 0 0,0 0 0,-1 0 0,1-1 0,0 1 0,0 0 0,0 0 0,0 0 0,-1-1 0,1 1 0,0 0 0,1-1 0,0-1 0,0 1 0,-1-1 0,1 0 0,0 0 0,-1 0 0,1 0 0,-1 0 0,0 0 0,1 0 0,-1 0 0,0 0 0,1-4 0,11-47-1365,-9 29-5461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21.171"/>
    </inkml:context>
    <inkml:brush xml:id="br0">
      <inkml:brushProperty name="width" value="0.025" units="cm"/>
      <inkml:brushProperty name="height" value="0.025" units="cm"/>
    </inkml:brush>
  </inkml:definitions>
  <inkml:trace contextRef="#ctx0" brushRef="#br0">0 27 24575,'4'-8'0,"8"-2"0,2 1-8191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21.559"/>
    </inkml:context>
    <inkml:brush xml:id="br0">
      <inkml:brushProperty name="width" value="0.025" units="cm"/>
      <inkml:brushProperty name="height" value="0.025" units="cm"/>
    </inkml:brush>
  </inkml:definitions>
  <inkml:trace contextRef="#ctx0" brushRef="#br0">71 27 24575,'0'11'0,"1"28"0,-1-38 0,0 1 0,0-1 0,0 0 0,1 1 0,-1-1 0,0 0 0,1 1 0,-1-1 0,1 0 0,0 0 0,-1 0 0,1 1 0,0-1 0,-1 0 0,1 0 0,0 0 0,0 0 0,0 0 0,0 0 0,0-1 0,0 1 0,2 1 0,-2-2 0,-1 0 0,0 0 0,1 0 0,-1 0 0,1 0 0,-1 0 0,0 0 0,1 0 0,-1 0 0,1 0 0,-1 0 0,1 0 0,-1 0 0,0 0 0,1 0 0,-1 0 0,1 0 0,-1-1 0,0 1 0,1 0 0,-1 0 0,0 0 0,1-1 0,-1 1 0,0 0 0,1-1 0,-1 1 0,0 0 0,0-1 0,1 1 0,-1 0 0,0-1 0,0 1 0,1-1 0,4-20 0,-7-21 0,2 40 0,0 0 0,-1 1 0,1-1 0,-1 0 0,0 1 0,0-1 0,0 0 0,1 1 0,-1-1 0,-1 1 0,1-1 0,0 1 0,0 0 0,0 0 0,-1-1 0,1 1 0,-1 0 0,1 0 0,-1 0 0,1 0 0,-1 0 0,0 1 0,1-1 0,-1 1 0,0-1 0,1 1 0,-1-1 0,0 1 0,0 0 0,0 0 0,1 0 0,-1 0 0,0 0 0,0 0 0,-2 1 0,1 0 0,1 0 0,-1 1 0,1-1 0,-1 1 0,1 0 0,-1 0 0,1 0 0,0 0 0,0 0 0,0 1 0,0-1 0,0 0 0,1 1 0,-1 0 0,1-1 0,0 1 0,-1 0 0,1 0 0,0-1 0,-1 7 0,-2 10 0,1 1 0,1 0 0,-1 25 0,3-41 0,0 1 0,0 0 0,0 0 0,0-1 0,1 1 0,0 0 0,0-1 0,0 1 0,0 0 0,1-1 0,0 0 0,0 1 0,0-1 0,1 0 0,-1 0 0,1 0 0,0 0 0,6 6 0,-7-9 4,0 1 0,1-1 0,-1 0 0,0 0 0,1-1-1,-1 1 1,0 0 0,1-1 0,-1 0 0,1 1 0,-1-1 0,0 0-1,1 0 1,-1 0 0,1-1 0,-1 1 0,1 0 0,-1-1 0,0 0 0,1 0-1,-1 1 1,0-1 0,0-1 0,1 1 0,-1 0 0,0 0 0,0-1-1,0 1 1,-1-1 0,4-2 0,2-3-216,-1 0 0,0 0 0,0-1-1,0 1 1,-1-1 0,7-13 0,2-10-6614</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21.952"/>
    </inkml:context>
    <inkml:brush xml:id="br0">
      <inkml:brushProperty name="width" value="0.025" units="cm"/>
      <inkml:brushProperty name="height" value="0.025" units="cm"/>
    </inkml:brush>
  </inkml:definitions>
  <inkml:trace contextRef="#ctx0" brushRef="#br0">0 1 24575,'13'20'0,"24"34"0,31 67 0,-58-100 0,-1 1 0,-1-1 0,-1 2 0,-1-1 0,-1 1 0,4 42 0,-8-54 0,0 58 0,-1-67 0,0 1 0,-1 0 0,1-1 0,0 1 0,-1-1 0,0 1 0,1-1 0,-1 1 0,0-1 0,0 1 0,-1-1 0,1 0 0,0 0 0,-1 1 0,1-1 0,-1 0 0,0 0 0,0-1 0,0 1 0,0 0 0,-3 2 0,5-4-36,-1 0 0,0 0 0,1 1 1,-1-1-1,0 0 0,1 0 0,-1 0 0,1 0 0,-1 0 0,0 0 0,1 0 0,-1 0 0,0 0 0,1 0 0,-1 0 0,0 0 0,1-1 1,-1 1-1,1 0 0,-1 0 0,0-1 0,1 1 0,-1 0 0,1-1 0,-1 1 0,1-1 0,-1 1 0,1-1 0,-1 1 0,1-1 0,0 1 1,-1-1-1,1 1 0,0-1 0,-1 1 0,1-1 0,-1 0 0,-3-12-6790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22.341"/>
    </inkml:context>
    <inkml:brush xml:id="br0">
      <inkml:brushProperty name="width" value="0.025" units="cm"/>
      <inkml:brushProperty name="height" value="0.025" units="cm"/>
    </inkml:brush>
  </inkml:definitions>
  <inkml:trace contextRef="#ctx0" brushRef="#br0">9 1 24575,'0'3'0,"0"2"-8191</inkml:trace>
  <inkml:trace contextRef="#ctx0" brushRef="#br0" timeOffset="1">9 234 24575,'-4'-1'0,"-1"1"-8191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25.653"/>
    </inkml:context>
    <inkml:brush xml:id="br0">
      <inkml:brushProperty name="width" value="0.025" units="cm"/>
      <inkml:brushProperty name="height" value="0.025" units="cm"/>
    </inkml:brush>
  </inkml:definitions>
  <inkml:trace contextRef="#ctx0" brushRef="#br0">207 54 24575,'0'-3'0,"0"1"0,0 0 0,0 0 0,0 0 0,0 0 0,-1 0 0,1 0 0,-1 0 0,1 0 0,-1 0 0,0 0 0,0 0 0,0 0 0,0 0 0,0 0 0,0 1 0,-1-1 0,1 0 0,-1 1 0,1-1 0,-1 1 0,1 0 0,-1-1 0,0 1 0,0 0 0,1 0 0,-1 0 0,0 0 0,0 0 0,0 1 0,0-1 0,0 1 0,0-1 0,0 1 0,-1 0 0,1-1 0,0 1 0,0 0 0,0 0 0,0 1 0,0-1 0,0 0 0,-3 2 0,-2-1 0,0 0 0,1 1 0,-1 0 0,0 0 0,1 1 0,-1-1 0,1 1 0,0 1 0,0-1 0,0 1 0,1 1 0,-7 5 0,6-3 0,0 0 0,0 1 0,1 0 0,0 0 0,1 0 0,0 0 0,0 1 0,1 0 0,0 0 0,0 0 0,1 0 0,0 0 0,1 0 0,0 1 0,0 17 0,1-25 0,1 0 0,-1 0 0,1 0 0,-1 0 0,1 0 0,0 0 0,-1 0 0,1 0 0,0 0 0,0 0 0,1-1 0,-1 1 0,0 0 0,1-1 0,-1 1 0,0-1 0,1 1 0,0-1 0,-1 0 0,1 0 0,3 2 0,-2-2 0,1 0 0,-1 0 0,0 0 0,1-1 0,-1 0 0,0 1 0,1-1 0,-1 0 0,1-1 0,-1 1 0,0-1 0,5 0 0,0-2 0,1 1 0,-1-1 0,0-1 0,0 1 0,-1-1 0,1-1 0,-1 0 0,0 0 0,11-9 0,-10 4 0,0 0 0,-1-1 0,0 0 0,-1 0 0,0-1 0,0 0 0,-1 0 0,-1 0 0,0 0 0,-1-1 0,0 0 0,1-13 0,-5 30 0,-5 100 0,8 146 0,-2-247-97,0 0-1,1 1 1,-1-1-1,1 0 1,-1 0-1,1 0 1,0 0-1,0 0 1,1 0-1,-1 0 1,0 0-1,1-1 0,3 5 1,4-1-6729</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26.227"/>
    </inkml:context>
    <inkml:brush xml:id="br0">
      <inkml:brushProperty name="width" value="0.025" units="cm"/>
      <inkml:brushProperty name="height" value="0.025" units="cm"/>
    </inkml:brush>
  </inkml:definitions>
  <inkml:trace contextRef="#ctx0" brushRef="#br0">144 15 24575,'0'-1'0,"0"0"0,0 1 0,0-1 0,0 0 0,-1 1 0,1-1 0,0 1 0,0-1 0,-1 0 0,1 1 0,0-1 0,-1 1 0,1-1 0,0 1 0,-1-1 0,1 1 0,-1-1 0,1 1 0,-1 0 0,1-1 0,-1 1 0,1 0 0,-1-1 0,0 1 0,1 0 0,-1 0 0,1-1 0,-1 1 0,0 0 0,1 0 0,-1 0 0,0 0 0,1 0 0,-1 0 0,0 0 0,1 0 0,-1 0 0,1 0 0,-1 0 0,0 0 0,1 1 0,-2-1 0,-26 10 0,21-5 0,0 0 0,1 1 0,0 0 0,0 0 0,1 0 0,-1 1 0,1 0 0,1 0 0,-1 0 0,1 1 0,1-1 0,-4 9 0,2-3 0,1 0 0,0 0 0,1 1 0,0-1 0,1 1 0,-1 22 0,3-32 0,0 1 0,1 0 0,-1 0 0,1 0 0,0-1 0,0 1 0,0 0 0,1-1 0,-1 1 0,1-1 0,1 1 0,-1-1 0,0 0 0,1 0 0,0 0 0,0 0 0,0-1 0,0 1 0,1-1 0,0 1 0,-1-1 0,1-1 0,0 1 0,0 0 0,1-1 0,-1 0 0,0 0 0,1 0 0,0-1 0,-1 1 0,1-1 0,0 0 0,-1 0 0,7 0 0,-6-1 0,1 0 0,0 0 0,0 0 0,0-1 0,0 0 0,-1 0 0,1 0 0,0-1 0,-1 1 0,1-1 0,-1-1 0,0 1 0,1-1 0,-1 0 0,-1 0 0,1-1 0,0 1 0,-1-1 0,1 0 0,-1 0 0,0 0 0,-1-1 0,1 0 0,-1 0 0,0 1 0,0-2 0,0 1 0,2-6 0,-2 1 0,-1 0 0,0 0 0,0 0 0,-1-1 0,0 1 0,-1 0 0,0 0 0,-1-1 0,0 1 0,-1 0 0,-3-14 0,4 19 0,-1 0 0,1-1 0,-1 1 0,0 0 0,0 0 0,-1 1 0,0-1 0,0 0 0,0 1 0,0-1 0,-1 1 0,1 0 0,-1 0 0,0 1 0,0-1 0,-1 1 0,1 0 0,-1 0 0,1 0 0,-1 1 0,0-1 0,-9-2 0,12 5-52,0-1-1,0 1 1,1-1-1,-1 1 1,0 0-1,0 0 1,0 0-1,0 0 1,1 0-1,-1 0 1,0 0-1,0 1 1,0-1-1,0 1 1,1-1-1,-1 1 1,0 0-1,1-1 1,-1 1-1,0 0 1,1 0-1,-1 0 0,1 1 1,-1-1-1,-1 2 1,-1 6-6774</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26.692"/>
    </inkml:context>
    <inkml:brush xml:id="br0">
      <inkml:brushProperty name="width" value="0.025" units="cm"/>
      <inkml:brushProperty name="height" value="0.025" units="cm"/>
    </inkml:brush>
  </inkml:definitions>
  <inkml:trace contextRef="#ctx0" brushRef="#br0">36 68 24575,'-2'0'0,"1"1"0,-1-1 0,1 1 0,-1 0 0,0-1 0,1 1 0,-1 0 0,1 0 0,0 0 0,-1 0 0,1 1 0,0-1 0,0 0 0,0 1 0,0-1 0,0 0 0,0 1 0,0-1 0,0 1 0,0 0 0,1-1 0,-1 1 0,1 0 0,-1-1 0,1 1 0,-1 2 0,0 2 0,-1-1 0,1 0 0,1 1 0,-1 0 0,1-1 0,0 1 0,1 5 0,-1-10 0,0 1 0,0-1 0,0 0 0,0 1 0,0-1 0,1 0 0,-1 0 0,1 1 0,-1-1 0,1 0 0,-1 0 0,1 0 0,-1 0 0,1 0 0,0 0 0,0 0 0,0 0 0,0 0 0,0 0 0,0 0 0,0 0 0,0 0 0,0-1 0,0 1 0,0 0 0,0-1 0,0 1 0,1-1 0,-1 0 0,0 1 0,0-1 0,1 0 0,-1 1 0,0-1 0,0 0 0,1 0 0,-1 0 0,0 0 0,2-1 0,0 0 0,-1 0 0,1 0 0,-1 0 0,1 0 0,-1-1 0,1 1 0,-1-1 0,0 0 0,0 0 0,0 0 0,0 0 0,0 0 0,0 0 0,-1 0 0,1 0 0,-1-1 0,3-4 0,-2 0 0,1-1 0,-1 0 0,-1 0 0,1-1 0,-1 1 0,-1 0 0,0-16 0,0 21 0,0 0 0,0 0 0,0 0 0,0 0 0,-1 0 0,0 0 0,1 1 0,-1-1 0,0 0 0,0 0 0,0 1 0,-1-1 0,1 1 0,0-1 0,-1 1 0,0-1 0,0 1 0,0 0 0,0 0 0,0 0 0,0 0 0,0 0 0,0 1 0,-1-1 0,1 1 0,-4-2 0,6 3-42,-1-1-1,0 1 0,0 0 1,1 0-1,-1 0 0,0 0 1,1 0-1,-1 0 0,0 0 1,0 0-1,1 0 0,-1 1 1,0-1-1,1 0 0,-1 0 1,0 1-1,1-1 0,-1 0 1,0 1-1,1-1 0,-1 0 1,1 1-1,-1-1 0,1 1 1,-1-1-1,1 1 0,-1 0 1,1-1-1,-1 1 0,1-1 1,-1 2-1,-2 8-6783</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27.053"/>
    </inkml:context>
    <inkml:brush xml:id="br0">
      <inkml:brushProperty name="width" value="0.025" units="cm"/>
      <inkml:brushProperty name="height" value="0.025" units="cm"/>
    </inkml:brush>
  </inkml:definitions>
  <inkml:trace contextRef="#ctx0" brushRef="#br0">101 1 24575,'-4'73'0,"-3"0"0,-4 0 0,-27 100 0,0-1 0,35-135 0,9-27 0,10-18 0,-4-7-1365,-1-3-5461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27.472"/>
    </inkml:context>
    <inkml:brush xml:id="br0">
      <inkml:brushProperty name="width" value="0.025" units="cm"/>
      <inkml:brushProperty name="height" value="0.025" units="cm"/>
    </inkml:brush>
  </inkml:definitions>
  <inkml:trace contextRef="#ctx0" brushRef="#br0">75 20 24575,'-1'0'0,"-1"0"0,1 1 0,0 0 0,-1-1 0,1 1 0,0 0 0,-1 0 0,1-1 0,0 1 0,0 0 0,0 0 0,0 0 0,0 1 0,0-1 0,0 0 0,0 0 0,1 0 0,-1 1 0,0-1 0,1 1 0,-1-1 0,0 3 0,-10 32 0,3 26 0,8-60 0,0 1 0,0-1 0,0 0 0,0 1 0,0-1 0,0 1 0,1-1 0,-1 0 0,1 1 0,-1-1 0,1 0 0,0 0 0,0 0 0,0 1 0,0-1 0,0 0 0,1 0 0,-1 0 0,1-1 0,-1 1 0,1 0 0,-1-1 0,4 3 0,-4-4 0,0 1 0,-1-1 0,1 0 0,0 1 0,0-1 0,0 0 0,0 0 0,0 0 0,0 0 0,0 0 0,0 0 0,0 0 0,0 0 0,0 0 0,0-1 0,0 1 0,0 0 0,0 0 0,0-1 0,0 1 0,0-1 0,0 1 0,-1-1 0,1 1 0,1-2 0,16-25 0,-14 18 0,-1 0 0,0-1 0,-1 0 0,3-14 0,-5 17 9,0 1 1,0 0-1,0 0 0,-1 0 0,1 0 1,-1 0-1,-1 0 0,1 0 0,-1 0 0,0 1 1,-1-1-1,-2-5 0,4 9-20,0 1 1,0-1-1,-1 1 1,1 0-1,0-1 1,0 1-1,-1 0 0,1 0 1,0 0-1,-1 0 1,1 0-1,-1 0 0,1 0 1,-1 1-1,0-1 1,1 0-1,-1 1 1,-2-1-1,2 1-69,-1 0-1,0 0 1,1 1 0,-1-1 0,1 1-1,-1-1 1,1 1 0,-1 0 0,1 0-1,-1 0 1,1 0 0,0 1 0,-1-1-1,1 0 1,-4 4 0,-19 18-6746</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28.265"/>
    </inkml:context>
    <inkml:brush xml:id="br0">
      <inkml:brushProperty name="width" value="0.025" units="cm"/>
      <inkml:brushProperty name="height" value="0.025" units="cm"/>
    </inkml:brush>
  </inkml:definitions>
  <inkml:trace contextRef="#ctx0" brushRef="#br0">73 1 24575,'-14'7'0,"-9"3"0,0 2 0,11 1 0,12 4 0,19-1 0,14-3 0,12-3 0,10-4 0,5-3 0,8-5 0,3-3 0,-1-3 0,-7-1 0,-16-6 0,-22-1 0,-15 3-8191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28.638"/>
    </inkml:context>
    <inkml:brush xml:id="br0">
      <inkml:brushProperty name="width" value="0.025" units="cm"/>
      <inkml:brushProperty name="height" value="0.025" units="cm"/>
    </inkml:brush>
  </inkml:definitions>
  <inkml:trace contextRef="#ctx0" brushRef="#br0">9 1 24575,'-3'0'0,"-2"3"0,7 2 0,12-1 0,5 7 0,8 2 0,-1 1 0,-5 6 0,-6 4 0,-6 4 0,-4 1 0,-6-4 0,-4 1 0,-4-5 0,0-5-8191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29.476"/>
    </inkml:context>
    <inkml:brush xml:id="br0">
      <inkml:brushProperty name="width" value="0.025" units="cm"/>
      <inkml:brushProperty name="height" value="0.025" units="cm"/>
    </inkml:brush>
  </inkml:definitions>
  <inkml:trace contextRef="#ctx0" brushRef="#br0">0 47 24575,'0'-1'0,"0"1"0,0 0 0,0 0 0,0 0 0,0 0 0,1 0 0,-1 0 0,0 0 0,0 0 0,0 0 0,0 0 0,0 0 0,0 0 0,0 0 0,0 0 0,0 0 0,0 0 0,0 0 0,0 0 0,0 0 0,1 0 0,-1 0 0,0 0 0,0 0 0,0 0 0,0 0 0,0 0 0,0 0 0,0 0 0,0 0 0,0 0 0,0 0 0,0 0 0,0 0 0,0 0 0,1 0 0,-1 0 0,0 1 0,0-1 0,0 0 0,0 0 0,0 0 0,0 0 0,0 0 0,0 0 0,0 0 0,0 0 0,0 0 0,0 0 0,0 0 0,0 0 0,0 0 0,0 0 0,0 1 0,7-13 0,-4 8 0,-1 0 0,1 0 0,-1 0 0,1 0 0,0 1 0,0-1 0,5-3 0,-8 7 0,0 0 0,1 0 0,-1 0 0,0-1 0,1 1 0,-1 0 0,1 0 0,-1 0 0,0 0 0,1 0 0,-1 0 0,1 0 0,-1 0 0,1 0 0,-1 0 0,0 0 0,1 0 0,-1 0 0,1 0 0,-1 0 0,0 0 0,1 0 0,-1 0 0,1 0 0,-1 1 0,0-1 0,1 0 0,-1 0 0,0 1 0,1-1 0,-1 0 0,0 0 0,1 1 0,10 28 0,-5 27 0,-3 0 0,-6 100 0,0-62 0,3-86-1365</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29.867"/>
    </inkml:context>
    <inkml:brush xml:id="br0">
      <inkml:brushProperty name="width" value="0.025" units="cm"/>
      <inkml:brushProperty name="height" value="0.025" units="cm"/>
    </inkml:brush>
  </inkml:definitions>
  <inkml:trace contextRef="#ctx0" brushRef="#br0">5 0 24575,'-4'4'0,"3"1"0,5-1 0,5 0 0,9-1 0,8-2 0,7-4 0,1-1 0,3 0 0,-2 0 0,-7 1-8191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30.272"/>
    </inkml:context>
    <inkml:brush xml:id="br0">
      <inkml:brushProperty name="width" value="0.025" units="cm"/>
      <inkml:brushProperty name="height" value="0.025" units="cm"/>
    </inkml:brush>
  </inkml:definitions>
  <inkml:trace contextRef="#ctx0" brushRef="#br0">30 1 24575,'0'3'0,"0"13"0,0 10 0,0 8 0,-3 9 0,-9 4 0,-2-5-8191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31.136"/>
    </inkml:context>
    <inkml:brush xml:id="br0">
      <inkml:brushProperty name="width" value="0.025" units="cm"/>
      <inkml:brushProperty name="height" value="0.025" units="cm"/>
    </inkml:brush>
  </inkml:definitions>
  <inkml:trace contextRef="#ctx0" brushRef="#br0">0 1 24575,'0'3'0,"0"6"0,0 4 0,4 7 0,1 8 0,0 2 0,-2 0 0,0 2 0,6-1 0,1-2 0,0 5 0,-3 0 0,2-6 0,6-11 0,0-15 0,-2-9-8191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31.585"/>
    </inkml:context>
    <inkml:brush xml:id="br0">
      <inkml:brushProperty name="width" value="0.025" units="cm"/>
      <inkml:brushProperty name="height" value="0.025" units="cm"/>
    </inkml:brush>
  </inkml:definitions>
  <inkml:trace contextRef="#ctx0" brushRef="#br0">47 1 24575,'-1'0'0,"-1"1"0,1-1 0,0 1 0,0 0 0,-1 0 0,1 0 0,0 0 0,0 0 0,0 0 0,0 0 0,0 0 0,0 0 0,0 0 0,0 0 0,0 1 0,1-1 0,-1 0 0,0 1 0,1-1 0,-1 1 0,1 1 0,-11 33 0,11-35 0,-6 29 0,2 1 0,1 1 0,2-1 0,3 47 0,-2-74 0,0-1 0,1 0 0,-1 1 0,1-1 0,0 1 0,0-1 0,0 0 0,0 0 0,0 1 0,1-1 0,-1 0 0,1 0 0,0 0 0,0 0 0,4 4 0,-4-5 0,0-1 0,0 0 0,0 1 0,0-1 0,0 0 0,1 0 0,-1 0 0,0 0 0,1-1 0,-1 1 0,0 0 0,1-1 0,-1 0 0,0 1 0,1-1 0,-1 0 0,5-1 0,-2 0 0,0 0 0,0 0 0,0-1 0,-1 0 0,1 0 0,0 0 0,-1 0 0,0-1 0,1 1 0,-1-1 0,0 0 0,0-1 0,0 1 0,-1-1 0,1 0 0,-1 1 0,0-1 0,0-1 0,0 1 0,2-6 0,0-1 0,-1-1 0,-1 0 0,1-1 0,-2 1 0,0 0 0,0-1 0,-1-23 0,-1 30 0,0 0 0,0 0 0,0 0 0,-1 0 0,0 0 0,0 0 0,-1 0 0,0 1 0,0-1 0,0 0 0,-1 1 0,1-1 0,-1 1 0,-1 0 0,1 0 0,-1 0 0,0 1 0,-5-6 0,7 9-41,0-1 0,0 1-1,0 0 1,0 0-1,0 0 1,0 0 0,0 0-1,-1 0 1,1 1 0,0-1-1,0 1 1,-1-1-1,1 1 1,0 0 0,-1 0-1,1 0 1,0 0 0,-1 1-1,1-1 1,0 0-1,-1 1 1,1 0 0,0 0-1,0-1 1,0 1 0,0 0-1,0 1 1,0-1-1,0 0 1,0 1 0,0-1-1,-3 4 1,-14 17-6785</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32.009"/>
    </inkml:context>
    <inkml:brush xml:id="br0">
      <inkml:brushProperty name="width" value="0.025" units="cm"/>
      <inkml:brushProperty name="height" value="0.025" units="cm"/>
    </inkml:brush>
  </inkml:definitions>
  <inkml:trace contextRef="#ctx0" brushRef="#br0">13 39 24575,'-3'0'0,"-2"10"0,0 12 0,9 1 0,3 1 0,4-4 0,4-5 0,-1-9 0,5-6 0,-1-9 0,-4-11 0,-4-13 0,-4-4 0,-6 4 0,-7 12 0,-2 15 0,0 14 0,2 4-8191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32.400"/>
    </inkml:context>
    <inkml:brush xml:id="br0">
      <inkml:brushProperty name="width" value="0.025" units="cm"/>
      <inkml:brushProperty name="height" value="0.025" units="cm"/>
    </inkml:brush>
  </inkml:definitions>
  <inkml:trace contextRef="#ctx0" brushRef="#br0">104 1 24575,'0'3'0,"0"9"0,0 10 0,-3 11 0,-2 11 0,-7 13 0,-1 10 0,-6 13 0,1 3 0,3-6 0,4-11 0,4-15 0,7-18 0,3-23 0,12-13 0,3-5-8191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32.802"/>
    </inkml:context>
    <inkml:brush xml:id="br0">
      <inkml:brushProperty name="width" value="0.025" units="cm"/>
      <inkml:brushProperty name="height" value="0.025" units="cm"/>
    </inkml:brush>
  </inkml:definitions>
  <inkml:trace contextRef="#ctx0" brushRef="#br0">25 14 24575,'-1'36'0,"0"-24"0,0 0 0,1 0 0,1 0 0,-1-1 0,2 1 0,0 0 0,0 0 0,6 16 0,-7-27 0,-1 0 0,0 0 0,1 0 0,-1 0 0,1 0 0,-1 0 0,1 0 0,-1 0 0,1-1 0,0 1 0,0 0 0,-1 0 0,1-1 0,0 1 0,0-1 0,0 1 0,-1 0 0,1-1 0,0 1 0,0-1 0,2 1 0,-3-1 0,1 0 0,0-1 0,0 1 0,0 0 0,-1 0 0,1-1 0,0 1 0,0 0 0,-1-1 0,1 1 0,0-1 0,-1 1 0,1-1 0,-1 1 0,1-1 0,-1 1 0,1-1 0,-1 0 0,1 1 0,0-2 0,2-3 0,-1 0 0,1 0 0,-1 0 0,0 0 0,-1 0 0,3-9 0,-3 2 17,1 0 0,-2 0 1,1 0-1,-2 0 0,1 0 0,-4-14 0,4 24-29,-1 0 0,1-1 1,-1 1-1,0 0 0,0 0 0,0 0 0,0 0 0,0 0 1,0 0-1,0 1 0,-1-1 0,1 0 0,-1 1 0,1-1 1,-1 0-1,-3-2 0,3 4-46,0-1-1,0 1 1,0-1 0,-1 1-1,1-1 1,0 1-1,0 0 1,0 0 0,-1 0-1,1 0 1,0 1 0,0-1-1,0 1 1,0-1-1,0 1 1,-1 0 0,1 0-1,0-1 1,1 2 0,-1-1-1,-2 1 1,-9 6-6768</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33.675"/>
    </inkml:context>
    <inkml:brush xml:id="br0">
      <inkml:brushProperty name="width" value="0.025" units="cm"/>
      <inkml:brushProperty name="height" value="0.025" units="cm"/>
    </inkml:brush>
  </inkml:definitions>
  <inkml:trace contextRef="#ctx0" brushRef="#br0">21 166 24575,'-1'-1'0,"0"0"0,0 1 0,-1-1 0,1 0 0,0 1 0,0-1 0,0 0 0,0 0 0,0 0 0,0 0 0,1 0 0,-1 0 0,0 0 0,0 0 0,1 0 0,-1 0 0,1 0 0,-1-1 0,1 1 0,-1 0 0,1 0 0,0-1 0,-1 1 0,1 0 0,0-1 0,0 1 0,0-3 0,-2-37 0,3 34 0,-1 1 0,1 0 0,0 0 0,1-1 0,0 1 0,0 0 0,0 0 0,0 0 0,6-8 0,-7 12 0,0 1 0,0-1 0,0 1 0,0 0 0,0-1 0,0 1 0,0 0 0,0 0 0,1 0 0,-1 0 0,0 0 0,1 0 0,-1 0 0,1 0 0,-1 0 0,1 1 0,-1-1 0,1 1 0,-1-1 0,1 1 0,0-1 0,-1 1 0,1 0 0,0 0 0,-1 0 0,1 0 0,0 0 0,-1 0 0,1 1 0,0-1 0,-1 0 0,1 1 0,0-1 0,-1 1 0,1 0 0,-1-1 0,1 1 0,-1 0 0,0 0 0,3 2 0,0 1 0,0 0 0,-1-1 0,1 1 0,-1 1 0,0-1 0,0 0 0,-1 1 0,1 0 0,-1-1 0,0 1 0,0 0 0,-1 0 0,1 0 0,-1 0 0,0 1 0,-1-1 0,1 11 0,-1 0 0,0 1 0,-1 0 0,-1-1 0,-5 24 0,2-22 0,-1 0 0,0-1 0,-2 1 0,0-2 0,0 1 0,-2-1 0,-13 19 0,22-35-2,1 0-1,0 0 1,-1 0-1,1 0 0,0 0 1,0 1-1,-1-1 1,1 0-1,0 0 1,0 0-1,0 1 0,-1-1 1,1 0-1,0 0 1,0 1-1,0-1 1,0 0-1,0 1 1,-1-1-1,1 0 0,0 0 1,0 1-1,0-1 1,0 0-1,0 1 1,0-1-1,0 0 0,0 0 1,0 1-1,0-1 1,0 0-1,0 1 1,0-1-1,0 0 0,0 1 1,1-1-1,-1 0 1,0 0-1,0 1 1,0-1-1,0 0 1,0 0-1,1 1 0,17-5 146,43-27-267,-31 15-1147,2 2-5555</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34.097"/>
    </inkml:context>
    <inkml:brush xml:id="br0">
      <inkml:brushProperty name="width" value="0.025" units="cm"/>
      <inkml:brushProperty name="height" value="0.025" units="cm"/>
    </inkml:brush>
  </inkml:definitions>
  <inkml:trace contextRef="#ctx0" brushRef="#br0">9 1 24575,'0'7'0,"0"10"0,-3 9 0,-2 0-8191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34.486"/>
    </inkml:context>
    <inkml:brush xml:id="br0">
      <inkml:brushProperty name="width" value="0.025" units="cm"/>
      <inkml:brushProperty name="height" value="0.025" units="cm"/>
    </inkml:brush>
  </inkml:definitions>
  <inkml:trace contextRef="#ctx0" brushRef="#br0">10 60 24575,'0'0'0,"-1"0"0,1 0 0,0 0 0,-1 0 0,1 0 0,0 0 0,-1 0 0,1-1 0,0 1 0,-1 0 0,1 0 0,0 0 0,-1 0 0,1 0 0,0 0 0,0-1 0,-1 1 0,1 0 0,0 0 0,-1 0 0,1-1 0,0 1 0,0 0 0,-1 0 0,1-1 0,0 1 0,0 0 0,0-1 0,0 1 0,-1 0 0,1 0 0,0-1 0,0 1 0,0 0 0,0-1 0,0 1 0,0 0 0,0-1 0,0 1 0,0 0 0,0-1 0,0 1 0,0-1 0,0 1 0,0 0 0,0-1 0,0 1 0,0 0 0,1 0 0,-1-1 0,0 1 0,0 0 0,1-1 0,11-16 0,-7 13 0,0 1 0,1-1 0,-1 1 0,1 0 0,0 1 0,0 0 0,0 0 0,0 0 0,0 0 0,0 1 0,0 0 0,1 1 0,-1-1 0,12 1 0,-15 1 0,0-1 0,-1 1 0,1-1 0,0 1 0,0 0 0,0 0 0,0 0 0,-1 0 0,1 1 0,0-1 0,-1 1 0,1-1 0,-1 1 0,0 0 0,0 0 0,1 0 0,-1 0 0,0 1 0,-1-1 0,1 0 0,0 1 0,-1-1 0,1 1 0,-1 0 0,0-1 0,0 1 0,0 0 0,0 0 0,0 0 0,-1 0 0,0 0 0,1 4 0,-1-2 0,0 1 0,-1-1 0,0 1 0,0-1 0,0 1 0,0-1 0,-1 0 0,0 0 0,-3 7 0,2-7 0,1 1 0,0-1 0,1 1 0,-1-1 0,1 1 0,-1 7 0,3-11 0,0-1 0,0 1 0,0-1 0,0 1 0,0-1 0,1 0 0,-1 1 0,0-1 0,1 0 0,-1 0 0,1 0 0,-1 0 0,1 0 0,0 0 0,-1 0 0,1-1 0,0 1 0,0-1 0,-1 1 0,1-1 0,0 0 0,0 1 0,3-1 0,20 8 0,-21-4 5,0-1-1,0 1 1,-1 0 0,1 0-1,-1 1 1,0-1-1,0 1 1,0-1 0,0 1-1,-1 0 1,0 0 0,0 0-1,0 0 1,-1 0-1,0 1 1,0-1 0,0 0-1,-1 1 1,1-1-1,-1 1 1,0-1 0,-1 1-1,0-1 1,0 0-1,-1 6 1,1-6-55,0-1 1,0 1-1,-1-1 1,0 1-1,1-1 1,-1 0-1,-1 0 1,1 0-1,-1 0 1,1 0-1,-1-1 1,0 1-1,-1-1 1,1 1-1,0-1 1,-1 0-1,0-1 1,0 1-1,0-1 1,0 1-1,0-1 1,0 0-1,0-1 1,-1 1-1,1-1 1,-1 0-1,1 0 1,-1 0-1,-5 0 1,-10-3-6777</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34.860"/>
    </inkml:context>
    <inkml:brush xml:id="br0">
      <inkml:brushProperty name="width" value="0.025" units="cm"/>
      <inkml:brushProperty name="height" value="0.025" units="cm"/>
    </inkml:brush>
  </inkml:definitions>
  <inkml:trace contextRef="#ctx0" brushRef="#br0">9 1 24575,'0'3'0,"0"9"0,0 10 0,0 7 0,-3 7 0,-2-3-8191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35.344"/>
    </inkml:context>
    <inkml:brush xml:id="br0">
      <inkml:brushProperty name="width" value="0.025" units="cm"/>
      <inkml:brushProperty name="height" value="0.025" units="cm"/>
    </inkml:brush>
  </inkml:definitions>
  <inkml:trace contextRef="#ctx0" brushRef="#br0">51 1 24575,'-4'58'0,"-3"1"0,-26 108 0,32-162 0,-1 0 0,1 0 0,0 0 0,0 0 0,1 0 0,0 0 0,-1 0 0,3 9 0,-2-13 0,0 0 0,0 0 0,0 0 0,1-1 0,-1 1 0,0 0 0,1-1 0,-1 1 0,0 0 0,1-1 0,-1 1 0,1 0 0,-1-1 0,1 1 0,0-1 0,-1 1 0,1-1 0,-1 1 0,1-1 0,0 1 0,0-1 0,-1 0 0,2 1 0,0-1 0,0 0 0,0 0 0,0 0 0,0 0 0,-1 0 0,1 0 0,0-1 0,0 1 0,0-1 0,0 1 0,0-1 0,-1 0 0,1 0 0,2-1 0,1-1 0,0 0 0,0-1 0,0 0 0,0 0 0,0-1 0,5-6 0,24-19 0,-33 30 0,-1 0 0,1-1 0,-1 1 0,1 0 0,-1 0 0,1 0 0,-1 0 0,1 0 0,0 0 0,-1 0 0,1 0 0,-1 0 0,1 0 0,-1 0 0,1 0 0,-1 0 0,1 0 0,0 1 0,-1-1 0,1 0 0,-1 0 0,1 1 0,-1-1 0,0 0 0,1 1 0,-1-1 0,1 0 0,-1 1 0,1-1 0,-1 1 0,0-1 0,1 0 0,-1 1 0,0-1 0,0 1 0,1-1 0,-1 1 0,0-1 0,0 1 0,0 0 0,1-1 0,-1 1 0,0-1 0,0 1 0,0-1 0,0 1 0,0 0 0,3 33 0,-3-32 0,-2 84-1365,2-58-5461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35.750"/>
    </inkml:context>
    <inkml:brush xml:id="br0">
      <inkml:brushProperty name="width" value="0.025" units="cm"/>
      <inkml:brushProperty name="height" value="0.025" units="cm"/>
    </inkml:brush>
  </inkml:definitions>
  <inkml:trace contextRef="#ctx0" brushRef="#br0">0 85 24575,'7'-1'0,"3"1"-8191</inkml:trace>
  <inkml:trace contextRef="#ctx0" brushRef="#br0" timeOffset="1">233 1 24575,'4'0'0,"0"0"-8191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36.122"/>
    </inkml:context>
    <inkml:brush xml:id="br0">
      <inkml:brushProperty name="width" value="0.025" units="cm"/>
      <inkml:brushProperty name="height" value="0.025" units="cm"/>
    </inkml:brush>
  </inkml:definitions>
  <inkml:trace contextRef="#ctx0" brushRef="#br0">0 1 24575,'0'0'-8191</inkml:trace>
  <inkml:trace contextRef="#ctx0" brushRef="#br0" timeOffset="1">847 64 24575,'-7'-1'0,"-3"5"0,1 1-8191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50.509"/>
    </inkml:context>
    <inkml:brush xml:id="br0">
      <inkml:brushProperty name="width" value="0.025" units="cm"/>
      <inkml:brushProperty name="height" value="0.025" units="cm"/>
    </inkml:brush>
  </inkml:definitions>
  <inkml:trace contextRef="#ctx0" brushRef="#br0">116 46 24575,'0'412'0,"-2"-440"0,-2 0 0,0 0 0,-2 0 0,-1 1 0,-2 0 0,0 0 0,-18-34 0,-12-36 0,38 93 0,-1-1 0,1-1 0,-1 1 0,1 0 0,1 0 0,-1 0 0,1 0 0,0-1 0,0 1 0,1 0 0,1-10 0,-1 13 0,0 0 0,-1 0 0,1 0 0,0 0 0,1 0 0,-1 0 0,0 0 0,0 1 0,1-1 0,-1 0 0,1 1 0,0-1 0,-1 1 0,1 0 0,0-1 0,0 1 0,0 0 0,0 0 0,0 0 0,0 0 0,0 1 0,0-1 0,0 1 0,0-1 0,0 1 0,0-1 0,1 1 0,-1 0 0,0 0 0,4 1 0,-2-1 0,0 1 0,0 0 0,0 0 0,0 0 0,0 1 0,0-1 0,0 1 0,-1 0 0,1 0 0,-1 1 0,1-1 0,-1 0 0,0 1 0,0 0 0,0 0 0,0 0 0,0 0 0,-1 1 0,0-1 0,1 0 0,-1 1 0,0 0 0,-1 0 0,1-1 0,-1 1 0,2 7 0,3 7 0,-2 1 0,0-1 0,-1 1 0,0 29 0,-2-31 0,-1 0 0,-1 0 0,-1-1 0,0 1 0,-7 23 0,8-36 0,0 0 0,0 0 0,-1 0 0,1 0 0,-1 0 0,0 0 0,0-1 0,0 1 0,0 0 0,-1-1 0,0 0 0,1 0 0,-1 0 0,0 0 0,-1 0 0,1 0 0,0-1 0,-1 1 0,0-1 0,1 0 0,-1 0 0,0-1 0,0 1 0,0-1 0,0 0 0,-8 1 0,11-1 0,0-1 0,0 0 0,0 1 0,0-1 0,0 0 0,-1 0 0,1 0 0,0 0 0,0 0 0,0 0 0,0 0 0,-1-1 0,1 1 0,0 0 0,0-1 0,0 1 0,0-1 0,0 1 0,0-1 0,0 1 0,0-1 0,0 0 0,0 1 0,0-1 0,0 0 0,1 0 0,-1 0 0,0 0 0,0 0 0,1 0 0,-1 0 0,1 0 0,-1 0 0,1 0 0,-1 0 0,1 0 0,-1 0 0,1 0 0,0 0 0,0-2 0,0 1 0,1 0 0,-1 1 0,1-1 0,-1 1 0,1 0 0,0-1 0,0 1 0,0-1 0,0 1 0,0 0 0,0 0 0,0 0 0,0 0 0,1-1 0,-1 2 0,0-1 0,1 0 0,-1 0 0,0 0 0,1 1 0,-1-1 0,1 0 0,0 1 0,-1-1 0,1 1 0,-1 0 0,1 0 0,0 0 0,-1-1 0,1 1 0,1 1 0,1-1 0,1 0 0,-1 0 0,0 0 0,0 1 0,1 0 0,-1 0 0,0 0 0,0 0 0,0 1 0,0 0 0,-1-1 0,1 1 0,0 1 0,-1-1 0,1 0 0,-1 1 0,6 6 0,0 1 0,0 1 0,-2 0 0,1 1 0,6 15 0,15 21 0,-29-47 0,1 0 0,0 1 0,-1-1 0,1 0 0,0 1 0,0-1 0,0 0 0,0 0 0,0 0 0,0 0 0,1 0 0,-1 0 0,0 0 0,0 0 0,1-1 0,-1 1 0,0 0 0,1-1 0,-1 1 0,1-1 0,-1 1 0,1-1 0,-1 0 0,1 0 0,-1 0 0,1 0 0,-1 0 0,1 0 0,-1 0 0,1 0 0,-1 0 0,1-1 0,-1 1 0,1-1 0,-1 1 0,0-1 0,1 1 0,-1-1 0,1 0 0,-1 0 0,0 0 0,0 1 0,0-1 0,0-1 0,1 1 0,-1 0 0,0 0 0,-1 0 0,1 0 0,0-1 0,1 0 0,4-8 0,0 1 0,-1-1 0,0 0 0,0 0 0,5-20 0,-3-26 0,-6 55 0,-1-1 0,0 1 0,0 0 0,1-1 0,-1 1 0,0-1 0,-1 1 0,1 0 0,0-1 0,0 1 0,0 0 0,-1-1 0,1 1 0,-1 0 0,1 0 0,-1-1 0,1 1 0,-1 0 0,0 0 0,0 0 0,0 0 0,1 0 0,-1 0 0,0 0 0,0 0 0,0 0 0,0 0 0,-1 1 0,1-1 0,0 0 0,0 1 0,0-1 0,-1 0 0,1 1 0,0 0 0,-1-1 0,-1 1 0,2 0 0,-1 0 0,1 1 0,-1-1 0,1 0 0,0 1 0,-1 0 0,1-1 0,0 1 0,-1 0 0,1-1 0,0 1 0,0 0 0,0 0 0,0 0 0,0 0 0,0 0 0,0 0 0,0 1 0,0-1 0,0 0 0,1 0 0,-1 1 0,0-1 0,1 0 0,-1 1 0,1-1 0,0 0 0,-1 1 0,1-1 0,0 1 0,0-1 0,0 1 0,0-1 0,0 1 0,0-1 0,0 0 0,1 3 0,-1-1 0,1 0 0,-1 0 0,1 1 0,-1-1 0,1 0 0,0 0 0,1 0 0,-1 0 0,0 0 0,1 0 0,0 0 0,-1 0 0,1-1 0,0 1 0,1-1 0,2 4 0,7-1-105,-1 0 0,1 0 0,0-1 0,1-1 0,-1 0 0,1-1 0,-1 0 0,1 0 0,0-2 0,-1 0 0,1 0 0,23-4 0,-7-2-6721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51.084"/>
    </inkml:context>
    <inkml:brush xml:id="br0">
      <inkml:brushProperty name="width" value="0.025" units="cm"/>
      <inkml:brushProperty name="height" value="0.025" units="cm"/>
    </inkml:brush>
  </inkml:definitions>
  <inkml:trace contextRef="#ctx0" brushRef="#br0">125 71 24575,'0'-4'0,"0"1"0,0 0 0,0 0 0,-1-1 0,1 1 0,-1 0 0,0 0 0,0 0 0,0 0 0,0 0 0,0 0 0,-1 0 0,0 0 0,1 0 0,-1 1 0,0-1 0,0 1 0,0-1 0,-1 1 0,-3-4 0,4 5 0,0 1 0,0-1 0,0 0 0,0 0 0,0 1 0,0-1 0,-1 1 0,1 0 0,0 0 0,0 0 0,0 0 0,-1 0 0,1 0 0,0 0 0,0 1 0,0-1 0,0 1 0,0-1 0,0 1 0,0 0 0,0 0 0,0 0 0,0 0 0,0 0 0,0 1 0,0-1 0,1 0 0,-1 1 0,1-1 0,-1 1 0,-1 2 0,0 1 0,-1 0 0,1 0 0,0 0 0,0 0 0,0 1 0,1 0 0,0-1 0,0 1 0,1 0 0,-1 0 0,1 0 0,0 0 0,1 0 0,0 0 0,0 0 0,1 12 0,-1-15 0,0-1 0,1 1 0,-1-1 0,1 1 0,-1 0 0,1-1 0,0 1 0,0-1 0,0 0 0,0 1 0,0-1 0,0 0 0,1 1 0,-1-1 0,1 0 0,0 0 0,-1 0 0,1-1 0,0 1 0,0 0 0,0-1 0,1 1 0,-1-1 0,0 1 0,0-1 0,1 0 0,-1 0 0,1 0 0,-1 0 0,1-1 0,-1 1 0,1-1 0,0 0 0,-1 1 0,1-1 0,-1 0 0,1 0 0,0-1 0,-1 1 0,3-1 0,-1 0 0,-1 0 0,1-1 0,-1 1 0,0-1 0,1 1 0,-1-1 0,0 0 0,0 0 0,0 0 0,-1-1 0,1 1 0,0-1 0,-1 0 0,0 1 0,1-1 0,-1 0 0,0 0 0,-1-1 0,1 1 0,0 0 0,-1-1 0,2-4 0,0-4 0,0 0 0,0-1 0,-1 1 0,-1-1 0,1-12 0,-2 30 0,2 135 0,10-56 0,-2-16 0,2 111 0,-12-174 0,0-1 0,0 0 0,-1 0 0,1 0 0,-1 0 0,0 1 0,-3 6 0,3-10 0,1 0 0,-1-1 0,1 1 0,-1 0 0,1-1 0,-1 1 0,1 0 0,-1-1 0,1 1 0,-1-1 0,0 1 0,1-1 0,-1 1 0,0-1 0,0 0 0,1 1 0,-1-1 0,0 0 0,0 1 0,0-1 0,1 0 0,-1 0 0,0 0 0,0 0 0,0 0 0,0 0 0,1 0 0,-1 0 0,0 0 0,0 0 0,0-1 0,1 1 0,-1 0 0,0 0 0,0-1 0,1 1 0,-1-1 0,0 1 0,0 0 0,1-1 0,-1 1 0,0-1 0,0-1 0,-6-4 0,0 0 0,0-1 0,1 0 0,0 0 0,0-1 0,1 1 0,0-1 0,0-1 0,1 1 0,0-1 0,0 1 0,1-1 0,0 0 0,1-1 0,-2-9 0,0-4 0,1 0 0,0-1 0,2 1 0,1 0 0,3-25 0,0 27-341,1 0 0,1 0-1,11-29 1,3 4-6485</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51.522"/>
    </inkml:context>
    <inkml:brush xml:id="br0">
      <inkml:brushProperty name="width" value="0.025" units="cm"/>
      <inkml:brushProperty name="height" value="0.025" units="cm"/>
    </inkml:brush>
  </inkml:definitions>
  <inkml:trace contextRef="#ctx0" brushRef="#br0">0 39 24575,'0'-1'0,"0"1"0,0-1 0,0 1 0,0 0 0,0-1 0,0 1 0,1-1 0,-1 1 0,0 0 0,0-1 0,0 1 0,0 0 0,0-1 0,1 1 0,-1 0 0,0-1 0,0 1 0,1 0 0,-1 0 0,0-1 0,1 1 0,-1 0 0,0 0 0,1-1 0,-1 1 0,0 0 0,1 0 0,-1 0 0,0 0 0,1-1 0,-1 1 0,0 0 0,1 0 0,-1 0 0,1 0 0,-1 0 0,21 3 0,16 14 0,-27-10 0,-1 1 0,0 0 0,-1 0 0,1 1 0,-2 0 0,1 1 0,9 16 0,-14-21 0,1 1 0,-2-1 0,1 1 0,-1 0 0,1-1 0,-2 1 0,1 0 0,-1 1 0,0-1 0,0 0 0,0 0 0,-1 0 0,0 1 0,0-1 0,-3 12 0,3-18 0,0 1 0,0 0 0,0 0 0,0 0 0,0 0 0,0-1 0,-1 1 0,1 0 0,0 0 0,-1-1 0,1 1 0,-1 0 0,1 0 0,-1-1 0,1 1 0,-1 0 0,1-1 0,-1 1 0,1-1 0,-1 1 0,0-1 0,1 1 0,-1-1 0,0 1 0,0-1 0,1 0 0,-3 1 0,2-1 0,0-1 0,0 1 0,0 0 0,0-1 0,0 1 0,0-1 0,0 0 0,0 1 0,1-1 0,-1 0 0,0 0 0,0 1 0,0-1 0,1 0 0,-1 0 0,0 0 0,0-1 0,-21-46 0,19 37 17,1-1 0,1 0 1,-1 0-1,2 0 0,0 0 0,2-21 0,-1 28-91,0 0-1,0 1 1,0-1 0,1 1 0,0-1-1,-1 1 1,2-1 0,-1 1 0,1 0-1,-1 0 1,1 0 0,0 0 0,0 1-1,1-1 1,-1 1 0,1 0 0,0 0-1,0 0 1,5-3 0,16-6-6752</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52"/>
    </inkml:context>
    <inkml:brush xml:id="br0">
      <inkml:brushProperty name="width" value="0.025" units="cm"/>
      <inkml:brushProperty name="height" value="0.025" units="cm"/>
    </inkml:brush>
  </inkml:definitions>
  <inkml:trace contextRef="#ctx0" brushRef="#br0">27 1 24575,'-1'0'0,"0"1"0,0 0 0,0-1 0,0 1 0,0 0 0,0 0 0,0 0 0,0 0 0,0 0 0,0 0 0,1 0 0,-1 0 0,0 1 0,1-1 0,-1 0 0,1 0 0,-1 0 0,1 1 0,-1-1 0,1 0 0,0 1 0,0-1 0,0 0 0,0 1 0,0 2 0,-2 35 0,2-38 0,0 1 0,0 0 0,1-1 0,-1 1 0,0-1 0,0 1 0,1 0 0,-1-1 0,1 1 0,-1-1 0,1 1 0,0-1 0,0 1 0,-1-1 0,1 0 0,0 1 0,0-1 0,2 1 0,6-4 0,-1-16 0,-7 13 0,1 0 0,-1 0 0,0 0 0,-1 0 0,1 0 0,-1 0 0,0 0 0,0-1 0,-1 1 0,1 0 0,-3-7 0,3 11 0,0 1 0,0 0 0,0 0 0,0-1 0,0 1 0,0 0 0,0 0 0,-1-1 0,1 1 0,0 0 0,0 0 0,0-1 0,0 1 0,0 0 0,-1 0 0,1 0 0,0-1 0,0 1 0,0 0 0,0 0 0,-1 0 0,1-1 0,0 1 0,0 0 0,-1 0 0,1 0 0,0 0 0,0 0 0,-1 0 0,1 0 0,0 0 0,0 0 0,-1-1 0,1 1 0,0 0 0,-1 0 0,1 0 0,0 1 0,0-1 0,-1 0 0,1 0 0,0 0 0,-9 12 0,-2 18 0,1 58 0,9-84 0,1 0 0,0 0 0,0 0 0,0 0 0,0 1 0,1-1 0,-1-1 0,1 1 0,0 0 0,0 0 0,1 0 0,-1 0 0,1-1 0,0 1 0,0-1 0,0 1 0,0-1 0,5 6 0,-4-8 3,-1 0 0,0 0 1,1 0-1,-1-1 0,1 1 0,0-1 0,-1 1 0,1-1 0,-1 0 0,1 0 0,0 0 0,-1 0 0,1 0 0,-1-1 1,1 1-1,0-1 0,-1 0 0,1 0 0,-1 0 0,0 0 0,1 0 0,-1 0 0,0 0 0,0-1 0,1 0 0,-1 1 1,0-1-1,2-3 0,10-7-259,-2-1 0,22-29 1,-25 32-433,20-28-6138</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52.419"/>
    </inkml:context>
    <inkml:brush xml:id="br0">
      <inkml:brushProperty name="width" value="0.025" units="cm"/>
      <inkml:brushProperty name="height" value="0.025" units="cm"/>
    </inkml:brush>
  </inkml:definitions>
  <inkml:trace contextRef="#ctx0" brushRef="#br0">86 1 24575,'-3'0'0,"-1"0"0,1 0 0,-1 1 0,1 0 0,-1 0 0,1 0 0,-1 0 0,1 0 0,0 1 0,0-1 0,0 1 0,0 0 0,0 0 0,0 0 0,0 0 0,1 1 0,-1-1 0,1 1 0,-1 0 0,1-1 0,0 1 0,0 0 0,-1 4 0,0-3 0,1 1 0,0 0 0,0-1 0,1 1 0,-1 0 0,1 0 0,0 0 0,1 1 0,-1-1 0,1 0 0,0 0 0,0 0 0,1 0 0,-1 1 0,3 6 0,-2-10 0,-1 0 0,1 0 0,0 0 0,0-1 0,0 1 0,1 0 0,-1-1 0,0 1 0,1-1 0,-1 0 0,0 1 0,1-1 0,0 0 0,-1 0 0,1 0 0,0 0 0,2 1 0,42 14 0,-39-15 0,1 1 0,-1 0 0,-1 1 0,1 0 0,0 0 0,0 0 0,6 5 0,-12-7 0,1 1 0,-1-1 0,0 1 0,0 0 0,1-1 0,-1 1 0,0 0 0,0 0 0,-1-1 0,1 1 0,0 0 0,-1 0 0,1 0 0,-1 0 0,0 0 0,1 0 0,-1 0 0,0 0 0,0 0 0,0 0 0,-1 0 0,1 0 0,0 0 0,-1 0 0,1 0 0,-1 0 0,0 0 0,1 0 0,-1-1 0,-2 4 0,0 0 12,1 0 0,-1-1 0,0 1 0,-1-1 0,1 0 0,-1 0 0,0 0 0,0 0 0,-6 4 0,9-7-49,0 0 0,0-1 0,0 1-1,0 0 1,0 0 0,0 0 0,-1-1 0,1 1 0,0-1 0,-1 1 0,1-1-1,0 1 1,-1-1 0,1 0 0,0 0 0,-1 0 0,1 1 0,-1-1 0,1-1-1,0 1 1,-1 0 0,1 0 0,-1 0 0,1-1 0,0 1 0,-1-1 0,1 1-1,0-1 1,0 1 0,-1-1 0,1 0 0,0 0 0,0 0 0,0 1 0,0-1-1,0 0 1,0 0 0,0-1 0,-1-1 0,-8-15-6789</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52.825"/>
    </inkml:context>
    <inkml:brush xml:id="br0">
      <inkml:brushProperty name="width" value="0.025" units="cm"/>
      <inkml:brushProperty name="height" value="0.025" units="cm"/>
    </inkml:brush>
  </inkml:definitions>
  <inkml:trace contextRef="#ctx0" brushRef="#br0">35 8 24575,'0'-1'0,"0"1"0,0 0 0,1 0 0,-1 0 0,0-1 0,0 1 0,0 0 0,0 0 0,0 0 0,0-1 0,0 1 0,0 0 0,0 0 0,0 0 0,0-1 0,0 1 0,0 0 0,0 0 0,0 0 0,0-1 0,0 1 0,0 0 0,0 0 0,0 0 0,-1-1 0,1 1 0,0 0 0,0 0 0,0 0 0,0 0 0,0-1 0,0 1 0,-1 0 0,1 0 0,0 0 0,0 0 0,0 0 0,0 0 0,-1 0 0,1-1 0,0 1 0,0 0 0,0 0 0,-1 0 0,1 0 0,0 0 0,0 0 0,-1 0 0,-7 10 0,-7 18 0,13-24 0,1 0 0,0 0 0,0 1 0,0-1 0,0 0 0,1 0 0,-1 1 0,1-1 0,0 0 0,1 1 0,-1-1 0,1 0 0,0 1 0,0-1 0,0 0 0,0 0 0,1 0 0,0 0 0,-1 0 0,4 4 0,0-2 0,0-1 0,1 0 0,-1 0 0,1 0 0,0-1 0,1 0 0,-1 0 0,1-1 0,-1 1 0,14 3 0,-15-5 0,0 1 0,-1-1 0,1 1 0,-1 0 0,0 0 0,1 0 0,-1 1 0,-1-1 0,1 1 0,0 0 0,3 5 0,-6-8 0,0 1 0,0-1 0,-1 1 0,1-1 0,0 1 0,0-1 0,-1 1 0,1 0 0,-1-1 0,0 1 0,1 0 0,-1-1 0,0 1 0,0 0 0,0 0 0,0-1 0,0 1 0,0 0 0,-1 0 0,1-1 0,0 1 0,-1 0 0,0-1 0,1 1 0,-1-1 0,0 1 0,0-1 0,0 1 0,0-1 0,0 1 0,0-1 0,0 0 0,0 0 0,0 1 0,-1-1 0,-1 1 0,2-1 2,1-1 0,-1 0 0,1 1 0,-1-1-1,1 0 1,-1 1 0,1-1 0,-1 0 0,1 0 0,-1 0-1,0 1 1,1-1 0,-1 0 0,1 0 0,-1 0 0,1 0-1,-1 0 1,0 0 0,1 0 0,-1 0 0,1 0 0,-1 0-1,0-1 1,1 1 0,-1 0 0,1 0 0,-1 0 0,1-1-1,-1 1 1,1 0 0,-1-1 0,1 1 0,-1 0 0,1-1-1,0 1 1,-1-1 0,1 1 0,-1-1 0,1 1 0,-1-1-1,-9-23-1441,4 0-5386</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53.237"/>
    </inkml:context>
    <inkml:brush xml:id="br0">
      <inkml:brushProperty name="width" value="0.025" units="cm"/>
      <inkml:brushProperty name="height" value="0.025" units="cm"/>
    </inkml:brush>
  </inkml:definitions>
  <inkml:trace contextRef="#ctx0" brushRef="#br0">51 106 24575,'0'7'0,"0"10"0,0 5 0,0 3 0,0 0 0,0 4 0,0 4 0,0-4-8191</inkml:trace>
  <inkml:trace contextRef="#ctx0" brushRef="#br0" timeOffset="1">9 1 24575,'-3'0'0,"-2"0"-8191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53.704"/>
    </inkml:context>
    <inkml:brush xml:id="br0">
      <inkml:brushProperty name="width" value="0.025" units="cm"/>
      <inkml:brushProperty name="height" value="0.025" units="cm"/>
    </inkml:brush>
  </inkml:definitions>
  <inkml:trace contextRef="#ctx0" brushRef="#br0">83 61 24575,'-6'4'0,"-1"1"0,1-1 0,0 2 0,1-1 0,-1 1 0,1 0 0,0 0 0,1 0 0,-1 1 0,1-1 0,1 1 0,-1 0 0,1 1 0,0-1 0,1 0 0,0 1 0,0-1 0,0 1 0,1 0 0,0 0 0,1-1 0,0 1 0,0 0 0,0 0 0,4 14 0,-3-20 0,-1 1 0,1-1 0,0 0 0,1 0 0,-1 1 0,0-1 0,1 0 0,-1 0 0,1-1 0,-1 1 0,1 0 0,0 0 0,0-1 0,0 1 0,0-1 0,0 0 0,0 1 0,0-1 0,0 0 0,0 0 0,1-1 0,-1 1 0,0 0 0,1-1 0,-1 1 0,1-1 0,-1 0 0,1 0 0,-1 0 0,0 0 0,1 0 0,-1 0 0,1-1 0,3 0 0,0-1 0,0 1 0,0-1 0,0 0 0,0-1 0,-1 1 0,1-1 0,-1 0 0,1-1 0,-1 1 0,0-1 0,0 0 0,7-8 0,-7 5 0,0-1 0,0 0 0,-1-1 0,0 1 0,-1-1 0,0 1 0,0-1 0,-1 0 0,0 0 0,0 0 0,-1-1 0,-1 1 0,1-12 0,-1 16 0,0 1 0,0-1 0,-1 1 0,1-1 0,-1 1 0,0-1 0,0 1 0,-1-1 0,1 1 0,-1 0 0,0 0 0,0 0 0,0 0 0,-1 0 0,1 0 0,-1 0 0,0 1 0,0-1 0,0 1 0,0 0 0,-1 0 0,0 0 0,1 1 0,-1-1 0,0 1 0,0 0 0,0 0 0,-5-2 0,7 4-3,0-1-1,-1 0 1,1 1-1,0 0 1,0-1-1,-1 1 1,1 0-1,0 0 1,-1 0-1,1 1 1,0-1-1,0 0 1,-1 1-1,1 0 1,0-1-1,0 1 1,0 0-1,0 0 1,0 0-1,0 0 1,0 1-1,-3 1 1,3 0 18,-1 0 1,1 0-1,-1 1 0,1-1 1,0 0-1,0 1 1,1-1-1,-1 1 0,1 0 1,0-1-1,0 1 1,-1 6-1,0-4-98,2 0 1,-1-1-1,0 1 1,1 0-1,0 0 1,1 0-1,-1 0 1,1 0-1,0 0 1,1 0-1,-1 0 1,1 0-1,0-1 1,1 1-1,-1-1 1,1 0-1,5 8 1,11 2-6744</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54.173"/>
    </inkml:context>
    <inkml:brush xml:id="br0">
      <inkml:brushProperty name="width" value="0.025" units="cm"/>
      <inkml:brushProperty name="height" value="0.025" units="cm"/>
    </inkml:brush>
  </inkml:definitions>
  <inkml:trace contextRef="#ctx0" brushRef="#br0">0 18 24575,'11'49'0,"-4"-26"0,35 120 0,-41-160 0,0 0 0,1 0 0,1 1 0,1-1 0,1 1 0,0 0 0,1 0 0,12-25 0,-13 34 0,-1 1 0,1-1 0,0 1 0,1 0 0,-1 0 0,11-7 0,-15 12 0,0 0 0,1 0 0,-1 0 0,0 0 0,1 1 0,-1-1 0,0 1 0,1-1 0,-1 1 0,1-1 0,-1 1 0,1 0 0,-1 0 0,1 0 0,-1 0 0,1 0 0,-1 0 0,1 0 0,-1 0 0,1 0 0,-1 1 0,0-1 0,1 1 0,-1-1 0,1 1 0,-1-1 0,0 1 0,1 0 0,-1 0 0,0 0 0,0 0 0,0 0 0,0 0 0,1 0 0,-1 0 0,-1 0 0,1 0 0,0 1 0,0-1 0,0 0 0,-1 1 0,1-1 0,0 2 0,5 10 0,-1 0 0,-1 1 0,0-1 0,0 1 0,-2 0 0,3 24 0,10 47 0,-14-79 0,1 0 0,1 0 0,-1 0 0,1 0 0,0-1 0,1 1 0,-1-1 0,1 0 0,0 0 0,9 9 0,-12-13-32,1 0-1,-1 0 1,1 0-1,0 0 1,0 0-1,0-1 1,0 1-1,0 0 1,-1-1-1,1 0 1,0 1-1,0-1 1,0 0-1,0 0 1,0 0-1,0 0 1,0 0-1,0-1 1,0 1-1,0 0 1,0-1-1,0 0 1,0 1-1,0-1 1,0 0-1,-1 0 1,1 0-1,0 0 1,-1 0-1,1 0 1,0-1-1,-1 1 1,0-1-1,1 1 1,-1-1-1,0 1 1,0-1-1,0 0 0,0 1 1,0-1-1,1-3 1,9-17-6794</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23:55.291"/>
    </inkml:context>
    <inkml:brush xml:id="br0">
      <inkml:brushProperty name="width" value="0.025" units="cm"/>
      <inkml:brushProperty name="height" value="0.025" units="cm"/>
    </inkml:brush>
  </inkml:definitions>
  <inkml:trace contextRef="#ctx0" brushRef="#br0">0 359 24575,'596'-34'0,"-437"21"0,724-100 0,-614 51 0,216-35 0,-426 95 0,-46 2 0,-1 0 0,0 0 0,1-1 0,20-5 0,-34 6 2,1 0-1,0-1 1,-1 1-1,1 0 1,0 0-1,-1 0 1,1 0-1,0-1 1,-1 1-1,1 0 0,0 0 1,0-1-1,-1 1 1,1 0-1,0 0 1,0-1-1,0 1 1,-1 0-1,1-1 1,0 1-1,0 0 1,0 0-1,0-1 1,0 1-1,0 0 1,0-1-1,-1 1 1,1-1-1,0 1 1,0 0-1,0-1 0,0 1 1,0 0-1,1-1 1,-1 1-1,0 0 1,0-1-1,0 1 1,0 0-1,0-1 1,0 1-1,1 0 1,-1-1-1,0 1 1,0 0-1,0 0 1,1-1-1,-1 1 1,0 0-1,0 0 0,1-1 1,-1 1-1,0 0 1,1 0-1,-1 0 1,0 0-1,0-1 1,1 1-1,-1 0 1,0 0-1,1 0 1,-1 0-1,1 0 1,-29-10-1462,4 6-5366</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45:40.600"/>
    </inkml:context>
    <inkml:brush xml:id="br0">
      <inkml:brushProperty name="width" value="0.025" units="cm"/>
      <inkml:brushProperty name="height" value="0.025" units="cm"/>
    </inkml:brush>
  </inkml:definitions>
  <inkml:trace contextRef="#ctx0" brushRef="#br0">0 49 24575,'0'-38'0,"0"28"0,0 27 0,17 260 0,-14-234 0,41 276 0,-49-427 0,10-118 0,-4 218 0,0 0 0,1 0 0,0 0 0,0 0 0,1 0 0,0 1 0,0-1 0,1 1 0,4-8 0,-6 13 0,-1-1 0,1 1 0,-1-1 0,1 1 0,0 0 0,0 0 0,0 0 0,0 0 0,0 0 0,0 0 0,1 0 0,-1 1 0,1-1 0,-1 1 0,1 0 0,-1 0 0,1 0 0,0 0 0,0 0 0,-1 0 0,1 1 0,0-1 0,0 1 0,0 0 0,0 0 0,0 0 0,-1 0 0,1 1 0,3 0 0,-4 0 0,0 0 0,0 0 0,0 0 0,0 0 0,0 0 0,-1 0 0,1 1 0,0-1 0,-1 1 0,1 0 0,-1-1 0,1 1 0,-1 0 0,0 0 0,0 0 0,0-1 0,0 1 0,0 1 0,0-1 0,-1 0 0,1 0 0,0 0 0,-1 0 0,0 0 0,0 1 0,1-1 0,-1 0 0,0 0 0,-1 0 0,1 1 0,0-1 0,-2 4 0,1-1 0,0 0 0,0 0 0,-1 0 0,0 0 0,1 0 0,-2-1 0,1 1 0,-1-1 0,1 1 0,-1-1 0,0 0 0,-1 0 0,-5 5 0,6-6 0,-2-1 0,1 1 0,0-1 0,0 0 0,-1 0 0,1-1 0,-1 1 0,0-1 0,1 0 0,-1 0 0,0-1 0,0 1 0,0-1 0,-7-1 0,11 1 0,-1 0 0,0 0 0,0-1 0,0 1 0,0-1 0,1 1 0,-1-1 0,0 0 0,1 0 0,-1 0 0,0 0 0,1 0 0,-1 0 0,1 0 0,0 0 0,-1-1 0,1 1 0,0 0 0,0-1 0,0 1 0,0-1 0,0 1 0,0-1 0,0 0 0,0 1 0,1-1 0,-1 0 0,0 0 0,1 1 0,0-1 0,-1 0 0,1 0 0,0 0 0,0 0 0,0 0 0,0 1 0,1-1 0,-1 0 0,0 0 0,2-3 0,6-16-1365,4 3-5461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45:41.022"/>
    </inkml:context>
    <inkml:brush xml:id="br0">
      <inkml:brushProperty name="width" value="0.025" units="cm"/>
      <inkml:brushProperty name="height" value="0.025" units="cm"/>
    </inkml:brush>
  </inkml:definitions>
  <inkml:trace contextRef="#ctx0" brushRef="#br0">0 10 24575,'0'-8'0,"0"6"0,0 10 0,0 10 0,0 14 0,0 8 0,0 5 0,0-3 0,0 0 0,0 0 0,4-8 0,0-5 0,1-9-8191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45:41.427"/>
    </inkml:context>
    <inkml:brush xml:id="br0">
      <inkml:brushProperty name="width" value="0.025" units="cm"/>
      <inkml:brushProperty name="height" value="0.025" units="cm"/>
    </inkml:brush>
  </inkml:definitions>
  <inkml:trace contextRef="#ctx0" brushRef="#br0">17 1 24575,'-7'0'0,"-2"0"-8191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45:42.034"/>
    </inkml:context>
    <inkml:brush xml:id="br0">
      <inkml:brushProperty name="width" value="0.025" units="cm"/>
      <inkml:brushProperty name="height" value="0.025" units="cm"/>
    </inkml:brush>
  </inkml:definitions>
  <inkml:trace contextRef="#ctx0" brushRef="#br0">110 8 24575,'0'0'0,"0"0"0,0 0 0,0-1 0,0 1 0,0 0 0,0 0 0,0-1 0,0 1 0,0 0 0,0-1 0,0 1 0,0 0 0,0 0 0,0-1 0,0 1 0,-1 0 0,1 0 0,0-1 0,0 1 0,0 0 0,0 0 0,-1 0 0,1-1 0,0 1 0,0 0 0,-1 0 0,1 0 0,0 0 0,0-1 0,-1 1 0,1 0 0,0 0 0,0 0 0,-1 0 0,1 0 0,0 0 0,0 0 0,-1 0 0,1 0 0,0 0 0,-1 0 0,1 0 0,-17 6 0,-12 15 0,23-14 0,0 1 0,1-1 0,0 1 0,0 0 0,1 0 0,0 0 0,1 1 0,0-1 0,0 1 0,1 0 0,-3 14 0,3-6 0,0 0 0,1 0 0,0 0 0,2 1 0,2 21 0,-3-36 3,0-1 1,1 1-1,-1-1 0,0 1 0,1-1 1,0 1-1,-1-1 0,1 0 0,0 1 1,0-1-1,0 0 0,1 0 0,-1 0 1,0 1-1,1-1 0,0-1 0,-1 1 1,1 0-1,0 0 0,0-1 0,0 1 0,0-1 1,0 1-1,0-1 0,1 0 0,-1 0 1,0 0-1,1 0 0,-1 0 0,0 0 1,1-1-1,-1 1 0,1-1 0,-1 0 1,1 0-1,2 0 0,3-1-127,-1 0 0,0-1 1,0 0-1,0-1 0,-1 1 0,1-1 1,0 0-1,-1-1 0,0 0 0,0 0 1,7-6-1,20-18-6702</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45:42.474"/>
    </inkml:context>
    <inkml:brush xml:id="br0">
      <inkml:brushProperty name="width" value="0.025" units="cm"/>
      <inkml:brushProperty name="height" value="0.025" units="cm"/>
    </inkml:brush>
  </inkml:definitions>
  <inkml:trace contextRef="#ctx0" brushRef="#br0">102 52 24575,'0'-2'0,"0"1"0,0-1 0,0 1 0,-1 0 0,1-1 0,0 1 0,-1 0 0,1-1 0,-1 1 0,1 0 0,-1 0 0,0 0 0,1-1 0,-1 1 0,0 0 0,0 0 0,0 0 0,0 0 0,0 0 0,0 0 0,0 1 0,0-1 0,0 0 0,0 0 0,-1 1 0,1-1 0,0 1 0,-1-1 0,1 1 0,0-1 0,-1 1 0,1 0 0,0 0 0,-1 0 0,1 0 0,0 0 0,-1 0 0,1 0 0,0 0 0,-1 0 0,1 1 0,0-1 0,-1 0 0,1 1 0,0-1 0,-1 1 0,1 0 0,0-1 0,0 1 0,0 0 0,0 0 0,0 0 0,0 0 0,0 0 0,-1 1 0,-4 5 0,1 1 0,0-1 0,1 1 0,0 0 0,0 1 0,1-1 0,0 1 0,0-1 0,-2 12 0,4-16 0,0 0 0,1 0 0,-1 0 0,1 0 0,-1 0 0,1 0 0,0 0 0,1 1 0,-1-1 0,1 0 0,0 0 0,0 0 0,0-1 0,0 1 0,1 0 0,-1 0 0,1-1 0,0 1 0,0 0 0,0-1 0,1 0 0,4 6 0,-5-8 0,-1 0 0,0 0 0,1 0 0,-1 0 0,1-1 0,-1 1 0,1 0 0,-1-1 0,1 1 0,0-1 0,-1 1 0,1-1 0,0 0 0,-1 0 0,1 1 0,0-1 0,-1 0 0,1-1 0,0 1 0,-1 0 0,1 0 0,0-1 0,-1 1 0,3-2 0,-1 0 0,1 0 0,-1 0 0,0 0 0,0-1 0,0 1 0,0-1 0,0 0 0,0 0 0,-1 0 0,3-4 0,0-1 0,0 0 0,-1 0 0,0 0 0,0 0 0,-1-1 0,0 0 0,0 1 0,2-18 0,-5 22 0,0-1 0,-1 1 0,1-1 0,-1 1 0,0-1 0,0 1 0,0 0 0,0-1 0,-1 1 0,0 0 0,0 0 0,0 0 0,0 0 0,-1 0 0,1 1 0,-1-1 0,0 1 0,0-1 0,0 1 0,-1 0 0,1 1 0,-1-1 0,0 0 0,0 1 0,-6-3 0,9 4-31,-1 1 0,1 0 0,0 0 0,0 0 0,0 0 0,0 0 0,0 0 0,0 1 0,0-1 0,0 0 0,-1 1 0,1-1 0,0 0 0,0 1 0,0-1 0,0 1 0,1 0 0,-1-1 0,0 1 0,0 0 0,0-1 0,0 1 0,1 0 0,-1 0-1,0 0 1,1 0 0,-1 0 0,0 0 0,1 0 0,-1 0 0,1 0 0,0 0 0,-1 0 0,1 0 0,0 0 0,0 0 0,0 0 0,-1 0 0,1 0 0,0 0 0,1 1 0,-1-1 0,0 2 0,5 12-6795</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45:43.096"/>
    </inkml:context>
    <inkml:brush xml:id="br0">
      <inkml:brushProperty name="width" value="0.025" units="cm"/>
      <inkml:brushProperty name="height" value="0.025" units="cm"/>
    </inkml:brush>
  </inkml:definitions>
  <inkml:trace contextRef="#ctx0" brushRef="#br0">3 1 24575,'0'26'0,"-1"-17"0,0-1 0,1 0 0,0 1 0,0-1 0,1 0 0,0 1 0,1-1 0,0 0 0,0 0 0,1 0 0,5 12 0,-8-19 0,0-1 0,1 1 0,-1-1 0,0 0 0,0 1 0,0-1 0,1 1 0,-1-1 0,0 0 0,0 1 0,1-1 0,-1 0 0,0 1 0,1-1 0,-1 0 0,0 0 0,1 1 0,-1-1 0,0 0 0,1 0 0,-1 0 0,1 0 0,-1 1 0,0-1 0,1 0 0,-1 0 0,1 0 0,-1 0 0,1 0 0,-1 0 0,1 0 0,-1 0 0,0 0 0,1 0 0,-1 0 0,1 0 0,-1-1 0,1 1 0,-1 0 0,0 0 0,1 0 0,-1 0 0,0-1 0,1 1 0,-1 0 0,0 0 0,1-1 0,-1 1 0,0 0 0,1-1 0,-1 1 0,0 0 0,0-1 0,1 1 0,-1-1 0,0 1 0,0 0 0,0-1 0,0 1 0,1-1 0,-1 1 0,0 0 0,0-1 0,0 1 0,0-2 0,10-36 0,-8 28 0,-2 8 0,0 0 0,1 0 0,-1 0 0,1 0 0,-1 0 0,1 0 0,0 0 0,0 0 0,0 0 0,0 0 0,0 1 0,1-1 0,-1 0 0,0 1 0,1-1 0,-1 1 0,1 0 0,-1-1 0,1 1 0,0 0 0,0 0 0,0 0 0,-1 0 0,1 0 0,0 0 0,0 1 0,3-1 0,-3 1 0,0 1 0,0-1 0,0 1 0,0 0 0,0 0 0,-1 0 0,1 0 0,0 0 0,0 0 0,-1 1 0,1-1 0,-1 0 0,1 1 0,-1-1 0,0 1 0,0 0 0,0-1 0,0 1 0,0 0 0,0 0 0,0 0 0,0-1 0,-1 1 0,1 0 0,-1 0 0,1 0 0,-1 0 0,1 3 0,1 26 0,0-8 0,3-43 0,-3 9 0,1 1 0,0-1 0,0 1 0,1 0 0,6-13 0,-9 20 0,1 0 0,-1 0 0,1 0 0,0 0 0,0 0 0,0 1 0,0-1 0,0 1 0,1-1 0,-1 1 0,1 0 0,0 0 0,0 0 0,-1 0 0,1 0 0,0 1 0,0-1 0,1 1 0,-1 0 0,6-1 0,-4 3 0,-1 1 0,0 0 0,1 0 0,-1 0 0,0 1 0,0-1 0,0 1 0,0 0 0,-1 0 0,1 1 0,-1-1 0,0 1 0,5 6 0,17 15 0,-22-23-114,0 0 1,0 0-1,0-1 0,0 1 0,0-1 1,1 1-1,-1-1 0,0 0 0,1 0 1,-1 0-1,7 0 0,8-3-6712</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45:43.625"/>
    </inkml:context>
    <inkml:brush xml:id="br0">
      <inkml:brushProperty name="width" value="0.025" units="cm"/>
      <inkml:brushProperty name="height" value="0.025" units="cm"/>
    </inkml:brush>
  </inkml:definitions>
  <inkml:trace contextRef="#ctx0" brushRef="#br0">41 1 24575,'-1'0'0,"0"0"0,-1 0 0,1 0 0,0 0 0,-1 1 0,1-1 0,0 0 0,0 1 0,0-1 0,-1 1 0,1 0 0,0-1 0,0 1 0,0 0 0,0 0 0,0 0 0,0-1 0,0 1 0,1 0 0,-1 0 0,0 0 0,-1 2 0,-10 35 0,11-22 0,0-1 0,2 30 0,24 137 0,-25-181 0,0 0 0,0 0 0,0 0 0,1 0 0,-1 0 0,0 0 0,0 0 0,1 0 0,-1 0 0,0 0 0,1 0 0,-1 0 0,1 0 0,-1 0 0,1-1 0,0 1 0,-1 0 0,1 0 0,0 0 0,0-1 0,-1 1 0,1 0 0,0-1 0,0 1 0,0-1 0,0 1 0,0-1 0,0 1 0,0-1 0,0 0 0,0 0 0,0 1 0,0-1 0,0 0 0,0 0 0,0 0 0,0 0 0,0 0 0,0 0 0,0 0 0,0 0 0,0-1 0,2 1 0,4-4 0,1 1 0,-1-1 0,0 0 0,0-1 0,7-6 0,20-11 0,-33 21 0,1 0 0,-1 1 0,1-1 0,-1 0 0,1 1 0,0-1 0,-1 1 0,1-1 0,0 1 0,-1 0 0,1-1 0,0 1 0,0 0 0,-1 0 0,1 0 0,0 1 0,0-1 0,-1 0 0,1 1 0,0-1 0,-1 1 0,1-1 0,-1 1 0,1 0 0,0 0 0,-1 0 0,0 0 0,1 0 0,-1 0 0,1 0 0,-1 0 0,0 0 0,0 1 0,0-1 0,0 1 0,0-1 0,0 0 0,0 1 0,0 0 0,-1-1 0,1 1 0,0-1 0,-1 1 0,0 0 0,1 0 0,-1-1 0,0 1 0,0 3 0,1-1 0,-1 0 0,0 1 0,0-1 0,-1 0 0,1 1 0,-1-1 0,0 0 0,0 0 0,-1 0 0,1 1 0,-1-1 0,0-1 0,0 1 0,0 0 0,0 0 0,-1-1 0,1 1 0,-1-1 0,-4 4 0,5-5 4,0 0-1,0-1 1,0 1-1,0-1 0,0 1 1,0-1-1,-1 0 1,1 0-1,0 0 0,-1 0 1,1 0-1,0-1 1,-1 1-1,1-1 1,-1 0-1,1 1 0,-1-1 1,1 0-1,-1 0 1,1-1-1,-1 1 0,1 0 1,-1-1-1,1 0 1,0 1-1,-1-1 1,1 0-1,0 0 0,-1-1 1,1 1-1,0 0 1,0-1-1,0 1 1,-3-4-1,2 2-86,1-1 1,-1 0-1,1 0 1,-1 0-1,1 0 1,0-1-1,1 1 1,-1 0-1,1-1 1,0 1-1,0-1 1,0 0-1,1 1 1,-1-1-1,1 0 1,0 1-1,2-10 1,4-17-6744</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45:44.034"/>
    </inkml:context>
    <inkml:brush xml:id="br0">
      <inkml:brushProperty name="width" value="0.025" units="cm"/>
      <inkml:brushProperty name="height" value="0.025" units="cm"/>
    </inkml:brush>
  </inkml:definitions>
  <inkml:trace contextRef="#ctx0" brushRef="#br0">0 1 24575,'0'3'0,"0"5"0,0 5 0,0 4 0,7-9 0,3-9 0,3-4 0,-1-1-8191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15T02:45:44.406"/>
    </inkml:context>
    <inkml:brush xml:id="br0">
      <inkml:brushProperty name="width" value="0.025" units="cm"/>
      <inkml:brushProperty name="height" value="0.025" units="cm"/>
    </inkml:brush>
  </inkml:definitions>
  <inkml:trace contextRef="#ctx0" brushRef="#br0">0 23 24575,'0'-4'0,"4"-1"0,0 0-8191</inkml:trace>
  <inkml:trace contextRef="#ctx0" brushRef="#br0" timeOffset="1">42 1 24575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DCB5DC-CC40-4174-BE1C-565EF2BD91AA}" type="datetimeFigureOut">
              <a:rPr lang="en-IN" smtClean="0"/>
              <a:t>15-07-2024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EB1013-4A1B-4AF7-B4E1-0EEEAC6B7FAB}" type="slidenum">
              <a:rPr lang="en-IN" smtClean="0"/>
              <a:t>‹#›</a:t>
            </a:fld>
            <a:endParaRPr lang="en-IN"/>
          </a:p>
        </p:txBody>
      </p:sp>
    </p:spTree>
    <p:extLst>
      <p:ext uri="{BB962C8B-B14F-4D97-AF65-F5344CB8AC3E}">
        <p14:creationId xmlns:p14="http://schemas.microsoft.com/office/powerpoint/2010/main" val="2492632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1370E-41B8-E5B7-2691-437392B886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DC41297-0026-AAF4-372F-0AC1FEAD73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E9DAD88-DE16-ABC0-807A-5F559FAE8ABF}"/>
              </a:ext>
            </a:extLst>
          </p:cNvPr>
          <p:cNvSpPr>
            <a:spLocks noGrp="1"/>
          </p:cNvSpPr>
          <p:nvPr>
            <p:ph type="dt" sz="half" idx="10"/>
          </p:nvPr>
        </p:nvSpPr>
        <p:spPr/>
        <p:txBody>
          <a:bodyPr/>
          <a:lstStyle/>
          <a:p>
            <a:fld id="{D0C26D4A-5AD6-4FE7-8848-465F5F930A8D}" type="datetimeFigureOut">
              <a:rPr lang="en-IN" smtClean="0"/>
              <a:t>15-07-2024</a:t>
            </a:fld>
            <a:endParaRPr lang="en-IN"/>
          </a:p>
        </p:txBody>
      </p:sp>
      <p:sp>
        <p:nvSpPr>
          <p:cNvPr id="5" name="Footer Placeholder 4">
            <a:extLst>
              <a:ext uri="{FF2B5EF4-FFF2-40B4-BE49-F238E27FC236}">
                <a16:creationId xmlns:a16="http://schemas.microsoft.com/office/drawing/2014/main" id="{B51D4313-731F-8634-E0AF-05F73853C1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BEE6B4-0F01-89FB-3645-967FC8B93433}"/>
              </a:ext>
            </a:extLst>
          </p:cNvPr>
          <p:cNvSpPr>
            <a:spLocks noGrp="1"/>
          </p:cNvSpPr>
          <p:nvPr>
            <p:ph type="sldNum" sz="quarter" idx="12"/>
          </p:nvPr>
        </p:nvSpPr>
        <p:spPr/>
        <p:txBody>
          <a:bodyPr/>
          <a:lstStyle/>
          <a:p>
            <a:fld id="{E6D14BC1-AC6D-4E66-8952-C7E0D39A302D}" type="slidenum">
              <a:rPr lang="en-IN" smtClean="0"/>
              <a:t>‹#›</a:t>
            </a:fld>
            <a:endParaRPr lang="en-IN"/>
          </a:p>
        </p:txBody>
      </p:sp>
    </p:spTree>
    <p:extLst>
      <p:ext uri="{BB962C8B-B14F-4D97-AF65-F5344CB8AC3E}">
        <p14:creationId xmlns:p14="http://schemas.microsoft.com/office/powerpoint/2010/main" val="2630447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07562-25F7-C473-0429-09001E8A7E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3C8AFD-A93B-A717-2351-EF2AB783BC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7E7223-0EC3-4312-C649-AC2261ADEE96}"/>
              </a:ext>
            </a:extLst>
          </p:cNvPr>
          <p:cNvSpPr>
            <a:spLocks noGrp="1"/>
          </p:cNvSpPr>
          <p:nvPr>
            <p:ph type="dt" sz="half" idx="10"/>
          </p:nvPr>
        </p:nvSpPr>
        <p:spPr/>
        <p:txBody>
          <a:bodyPr/>
          <a:lstStyle/>
          <a:p>
            <a:fld id="{D0C26D4A-5AD6-4FE7-8848-465F5F930A8D}" type="datetimeFigureOut">
              <a:rPr lang="en-IN" smtClean="0"/>
              <a:t>15-07-2024</a:t>
            </a:fld>
            <a:endParaRPr lang="en-IN"/>
          </a:p>
        </p:txBody>
      </p:sp>
      <p:sp>
        <p:nvSpPr>
          <p:cNvPr id="5" name="Footer Placeholder 4">
            <a:extLst>
              <a:ext uri="{FF2B5EF4-FFF2-40B4-BE49-F238E27FC236}">
                <a16:creationId xmlns:a16="http://schemas.microsoft.com/office/drawing/2014/main" id="{B0288A5D-9CB9-5B0D-F711-DD8FD66898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5F19E7-5547-60D3-A40D-11203515302C}"/>
              </a:ext>
            </a:extLst>
          </p:cNvPr>
          <p:cNvSpPr>
            <a:spLocks noGrp="1"/>
          </p:cNvSpPr>
          <p:nvPr>
            <p:ph type="sldNum" sz="quarter" idx="12"/>
          </p:nvPr>
        </p:nvSpPr>
        <p:spPr/>
        <p:txBody>
          <a:bodyPr/>
          <a:lstStyle/>
          <a:p>
            <a:fld id="{E6D14BC1-AC6D-4E66-8952-C7E0D39A302D}" type="slidenum">
              <a:rPr lang="en-IN" smtClean="0"/>
              <a:t>‹#›</a:t>
            </a:fld>
            <a:endParaRPr lang="en-IN"/>
          </a:p>
        </p:txBody>
      </p:sp>
    </p:spTree>
    <p:extLst>
      <p:ext uri="{BB962C8B-B14F-4D97-AF65-F5344CB8AC3E}">
        <p14:creationId xmlns:p14="http://schemas.microsoft.com/office/powerpoint/2010/main" val="736577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E2E87-A988-0E0C-C229-A4030D125F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3D83D9F-C977-5817-C1EC-EF493541D4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1CDAA1-7019-63BB-888C-536AAA9F8148}"/>
              </a:ext>
            </a:extLst>
          </p:cNvPr>
          <p:cNvSpPr>
            <a:spLocks noGrp="1"/>
          </p:cNvSpPr>
          <p:nvPr>
            <p:ph type="dt" sz="half" idx="10"/>
          </p:nvPr>
        </p:nvSpPr>
        <p:spPr/>
        <p:txBody>
          <a:bodyPr/>
          <a:lstStyle/>
          <a:p>
            <a:fld id="{D0C26D4A-5AD6-4FE7-8848-465F5F930A8D}" type="datetimeFigureOut">
              <a:rPr lang="en-IN" smtClean="0"/>
              <a:t>15-07-2024</a:t>
            </a:fld>
            <a:endParaRPr lang="en-IN"/>
          </a:p>
        </p:txBody>
      </p:sp>
      <p:sp>
        <p:nvSpPr>
          <p:cNvPr id="5" name="Footer Placeholder 4">
            <a:extLst>
              <a:ext uri="{FF2B5EF4-FFF2-40B4-BE49-F238E27FC236}">
                <a16:creationId xmlns:a16="http://schemas.microsoft.com/office/drawing/2014/main" id="{3A4AC9AC-CABC-927C-1B62-217E4F9BA2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8581DE-AA98-EF42-3C1A-FE807EE23459}"/>
              </a:ext>
            </a:extLst>
          </p:cNvPr>
          <p:cNvSpPr>
            <a:spLocks noGrp="1"/>
          </p:cNvSpPr>
          <p:nvPr>
            <p:ph type="sldNum" sz="quarter" idx="12"/>
          </p:nvPr>
        </p:nvSpPr>
        <p:spPr/>
        <p:txBody>
          <a:bodyPr/>
          <a:lstStyle/>
          <a:p>
            <a:fld id="{E6D14BC1-AC6D-4E66-8952-C7E0D39A302D}" type="slidenum">
              <a:rPr lang="en-IN" smtClean="0"/>
              <a:t>‹#›</a:t>
            </a:fld>
            <a:endParaRPr lang="en-IN"/>
          </a:p>
        </p:txBody>
      </p:sp>
    </p:spTree>
    <p:extLst>
      <p:ext uri="{BB962C8B-B14F-4D97-AF65-F5344CB8AC3E}">
        <p14:creationId xmlns:p14="http://schemas.microsoft.com/office/powerpoint/2010/main" val="2269890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D8B05-75FD-0E3E-12A9-418EDA27D6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489E7A-9A7B-C703-06C6-2C1C4F149A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B8360F-BBDA-A466-A4A5-6E2EC23528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17A25B-646A-887B-6394-3A1C2857CDF6}"/>
              </a:ext>
            </a:extLst>
          </p:cNvPr>
          <p:cNvSpPr>
            <a:spLocks noGrp="1"/>
          </p:cNvSpPr>
          <p:nvPr>
            <p:ph type="dt" sz="half" idx="10"/>
          </p:nvPr>
        </p:nvSpPr>
        <p:spPr/>
        <p:txBody>
          <a:bodyPr/>
          <a:lstStyle/>
          <a:p>
            <a:fld id="{D0C26D4A-5AD6-4FE7-8848-465F5F930A8D}" type="datetimeFigureOut">
              <a:rPr lang="en-IN" smtClean="0"/>
              <a:t>15-07-2024</a:t>
            </a:fld>
            <a:endParaRPr lang="en-IN"/>
          </a:p>
        </p:txBody>
      </p:sp>
      <p:sp>
        <p:nvSpPr>
          <p:cNvPr id="6" name="Footer Placeholder 5">
            <a:extLst>
              <a:ext uri="{FF2B5EF4-FFF2-40B4-BE49-F238E27FC236}">
                <a16:creationId xmlns:a16="http://schemas.microsoft.com/office/drawing/2014/main" id="{2F37FD2E-40CB-418C-77EC-F8E30B3D4E6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F5A1BF-6DF2-0744-8A23-83CD885C1988}"/>
              </a:ext>
            </a:extLst>
          </p:cNvPr>
          <p:cNvSpPr>
            <a:spLocks noGrp="1"/>
          </p:cNvSpPr>
          <p:nvPr>
            <p:ph type="sldNum" sz="quarter" idx="12"/>
          </p:nvPr>
        </p:nvSpPr>
        <p:spPr/>
        <p:txBody>
          <a:bodyPr/>
          <a:lstStyle/>
          <a:p>
            <a:fld id="{E6D14BC1-AC6D-4E66-8952-C7E0D39A302D}" type="slidenum">
              <a:rPr lang="en-IN" smtClean="0"/>
              <a:t>‹#›</a:t>
            </a:fld>
            <a:endParaRPr lang="en-IN"/>
          </a:p>
        </p:txBody>
      </p:sp>
    </p:spTree>
    <p:extLst>
      <p:ext uri="{BB962C8B-B14F-4D97-AF65-F5344CB8AC3E}">
        <p14:creationId xmlns:p14="http://schemas.microsoft.com/office/powerpoint/2010/main" val="2380310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F0C65-647D-DC11-CA4B-396B1A7E222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4DA25A-90B1-CFA2-F908-CCB112BD39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8E3E98-F335-F383-1CC6-E9040E3ED5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4B389A-103F-59EE-C2E8-1BF46A4410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0DEACA-72C2-C2F3-1B02-32D881EE78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A184D11-2E92-79E2-ADFB-B1270997135F}"/>
              </a:ext>
            </a:extLst>
          </p:cNvPr>
          <p:cNvSpPr>
            <a:spLocks noGrp="1"/>
          </p:cNvSpPr>
          <p:nvPr>
            <p:ph type="dt" sz="half" idx="10"/>
          </p:nvPr>
        </p:nvSpPr>
        <p:spPr/>
        <p:txBody>
          <a:bodyPr/>
          <a:lstStyle/>
          <a:p>
            <a:fld id="{D0C26D4A-5AD6-4FE7-8848-465F5F930A8D}" type="datetimeFigureOut">
              <a:rPr lang="en-IN" smtClean="0"/>
              <a:t>15-07-2024</a:t>
            </a:fld>
            <a:endParaRPr lang="en-IN"/>
          </a:p>
        </p:txBody>
      </p:sp>
      <p:sp>
        <p:nvSpPr>
          <p:cNvPr id="8" name="Footer Placeholder 7">
            <a:extLst>
              <a:ext uri="{FF2B5EF4-FFF2-40B4-BE49-F238E27FC236}">
                <a16:creationId xmlns:a16="http://schemas.microsoft.com/office/drawing/2014/main" id="{01A4C81A-C9FD-291C-0ABB-CE6B66FBA98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6BE7D0-E7EE-B458-5CE1-006097EB7A9D}"/>
              </a:ext>
            </a:extLst>
          </p:cNvPr>
          <p:cNvSpPr>
            <a:spLocks noGrp="1"/>
          </p:cNvSpPr>
          <p:nvPr>
            <p:ph type="sldNum" sz="quarter" idx="12"/>
          </p:nvPr>
        </p:nvSpPr>
        <p:spPr/>
        <p:txBody>
          <a:bodyPr/>
          <a:lstStyle/>
          <a:p>
            <a:fld id="{E6D14BC1-AC6D-4E66-8952-C7E0D39A302D}" type="slidenum">
              <a:rPr lang="en-IN" smtClean="0"/>
              <a:t>‹#›</a:t>
            </a:fld>
            <a:endParaRPr lang="en-IN"/>
          </a:p>
        </p:txBody>
      </p:sp>
    </p:spTree>
    <p:extLst>
      <p:ext uri="{BB962C8B-B14F-4D97-AF65-F5344CB8AC3E}">
        <p14:creationId xmlns:p14="http://schemas.microsoft.com/office/powerpoint/2010/main" val="3873627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05339-AD57-3F84-42BC-498479351AD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82BEC89-41C4-93E8-FCE8-D97CE6A820BE}"/>
              </a:ext>
            </a:extLst>
          </p:cNvPr>
          <p:cNvSpPr>
            <a:spLocks noGrp="1"/>
          </p:cNvSpPr>
          <p:nvPr>
            <p:ph type="dt" sz="half" idx="10"/>
          </p:nvPr>
        </p:nvSpPr>
        <p:spPr/>
        <p:txBody>
          <a:bodyPr/>
          <a:lstStyle/>
          <a:p>
            <a:fld id="{D0C26D4A-5AD6-4FE7-8848-465F5F930A8D}" type="datetimeFigureOut">
              <a:rPr lang="en-IN" smtClean="0"/>
              <a:t>15-07-2024</a:t>
            </a:fld>
            <a:endParaRPr lang="en-IN"/>
          </a:p>
        </p:txBody>
      </p:sp>
      <p:sp>
        <p:nvSpPr>
          <p:cNvPr id="4" name="Footer Placeholder 3">
            <a:extLst>
              <a:ext uri="{FF2B5EF4-FFF2-40B4-BE49-F238E27FC236}">
                <a16:creationId xmlns:a16="http://schemas.microsoft.com/office/drawing/2014/main" id="{4E0D2E57-28F5-E598-15AC-F6BB72A40B6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9F1EC54-2E13-A5C0-81FD-9AAC731A8388}"/>
              </a:ext>
            </a:extLst>
          </p:cNvPr>
          <p:cNvSpPr>
            <a:spLocks noGrp="1"/>
          </p:cNvSpPr>
          <p:nvPr>
            <p:ph type="sldNum" sz="quarter" idx="12"/>
          </p:nvPr>
        </p:nvSpPr>
        <p:spPr/>
        <p:txBody>
          <a:bodyPr/>
          <a:lstStyle/>
          <a:p>
            <a:fld id="{E6D14BC1-AC6D-4E66-8952-C7E0D39A302D}" type="slidenum">
              <a:rPr lang="en-IN" smtClean="0"/>
              <a:t>‹#›</a:t>
            </a:fld>
            <a:endParaRPr lang="en-IN"/>
          </a:p>
        </p:txBody>
      </p:sp>
    </p:spTree>
    <p:extLst>
      <p:ext uri="{BB962C8B-B14F-4D97-AF65-F5344CB8AC3E}">
        <p14:creationId xmlns:p14="http://schemas.microsoft.com/office/powerpoint/2010/main" val="4089951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3CCD1-E3D6-F7B1-9F2B-9CE75AA3E671}"/>
              </a:ext>
            </a:extLst>
          </p:cNvPr>
          <p:cNvSpPr>
            <a:spLocks noGrp="1"/>
          </p:cNvSpPr>
          <p:nvPr>
            <p:ph type="title"/>
          </p:nvPr>
        </p:nvSpPr>
        <p:spPr>
          <a:xfrm>
            <a:off x="838200" y="-1457325"/>
            <a:ext cx="10515600" cy="1325562"/>
          </a:xfrm>
        </p:spPr>
        <p:txBody>
          <a:bodyPr anchor="b"/>
          <a:lstStyle>
            <a:lvl1pPr>
              <a:defRPr/>
            </a:lvl1pPr>
          </a:lstStyle>
          <a:p>
            <a:r>
              <a:rPr lang="en-US"/>
              <a:t>Click to edit Master title style</a:t>
            </a:r>
            <a:endParaRPr lang="en-IN"/>
          </a:p>
        </p:txBody>
      </p:sp>
      <p:sp>
        <p:nvSpPr>
          <p:cNvPr id="3" name="Date Placeholder 2">
            <a:extLst>
              <a:ext uri="{FF2B5EF4-FFF2-40B4-BE49-F238E27FC236}">
                <a16:creationId xmlns:a16="http://schemas.microsoft.com/office/drawing/2014/main" id="{683F09AF-E394-F987-C2BE-CDCE40DE11CD}"/>
              </a:ext>
            </a:extLst>
          </p:cNvPr>
          <p:cNvSpPr>
            <a:spLocks noGrp="1"/>
          </p:cNvSpPr>
          <p:nvPr>
            <p:ph type="dt" sz="half" idx="10"/>
          </p:nvPr>
        </p:nvSpPr>
        <p:spPr/>
        <p:txBody>
          <a:bodyPr/>
          <a:lstStyle/>
          <a:p>
            <a:fld id="{D0C26D4A-5AD6-4FE7-8848-465F5F930A8D}" type="datetimeFigureOut">
              <a:rPr lang="en-IN" smtClean="0"/>
              <a:t>15-07-2024</a:t>
            </a:fld>
            <a:endParaRPr lang="en-IN"/>
          </a:p>
        </p:txBody>
      </p:sp>
      <p:sp>
        <p:nvSpPr>
          <p:cNvPr id="4" name="Footer Placeholder 3">
            <a:extLst>
              <a:ext uri="{FF2B5EF4-FFF2-40B4-BE49-F238E27FC236}">
                <a16:creationId xmlns:a16="http://schemas.microsoft.com/office/drawing/2014/main" id="{D16486FB-6908-DB76-DA0C-01A98D6C489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D863C22-03C6-C68A-E82D-88B48510A1C3}"/>
              </a:ext>
            </a:extLst>
          </p:cNvPr>
          <p:cNvSpPr>
            <a:spLocks noGrp="1"/>
          </p:cNvSpPr>
          <p:nvPr>
            <p:ph type="sldNum" sz="quarter" idx="12"/>
          </p:nvPr>
        </p:nvSpPr>
        <p:spPr/>
        <p:txBody>
          <a:bodyPr/>
          <a:lstStyle/>
          <a:p>
            <a:fld id="{E6D14BC1-AC6D-4E66-8952-C7E0D39A302D}" type="slidenum">
              <a:rPr lang="en-IN" smtClean="0"/>
              <a:t>‹#›</a:t>
            </a:fld>
            <a:endParaRPr lang="en-IN"/>
          </a:p>
        </p:txBody>
      </p:sp>
    </p:spTree>
    <p:extLst>
      <p:ext uri="{BB962C8B-B14F-4D97-AF65-F5344CB8AC3E}">
        <p14:creationId xmlns:p14="http://schemas.microsoft.com/office/powerpoint/2010/main" val="608603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59B87-E7DC-A4EB-6628-2EFF144411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F79AFCE-71EB-8970-6D4A-539C106663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E73BB8F-A41F-B502-B7AD-6D6D3C8FE5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75493A-BE56-7B9A-AE74-116F7126961E}"/>
              </a:ext>
            </a:extLst>
          </p:cNvPr>
          <p:cNvSpPr>
            <a:spLocks noGrp="1"/>
          </p:cNvSpPr>
          <p:nvPr>
            <p:ph type="dt" sz="half" idx="10"/>
          </p:nvPr>
        </p:nvSpPr>
        <p:spPr/>
        <p:txBody>
          <a:bodyPr/>
          <a:lstStyle/>
          <a:p>
            <a:fld id="{D0C26D4A-5AD6-4FE7-8848-465F5F930A8D}" type="datetimeFigureOut">
              <a:rPr lang="en-IN" smtClean="0"/>
              <a:t>15-07-2024</a:t>
            </a:fld>
            <a:endParaRPr lang="en-IN"/>
          </a:p>
        </p:txBody>
      </p:sp>
      <p:sp>
        <p:nvSpPr>
          <p:cNvPr id="6" name="Footer Placeholder 5">
            <a:extLst>
              <a:ext uri="{FF2B5EF4-FFF2-40B4-BE49-F238E27FC236}">
                <a16:creationId xmlns:a16="http://schemas.microsoft.com/office/drawing/2014/main" id="{B4F886A5-6AE1-BAA3-83B7-E359AF9DF7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255DE0-0F31-063E-D287-CF3E5545762F}"/>
              </a:ext>
            </a:extLst>
          </p:cNvPr>
          <p:cNvSpPr>
            <a:spLocks noGrp="1"/>
          </p:cNvSpPr>
          <p:nvPr>
            <p:ph type="sldNum" sz="quarter" idx="12"/>
          </p:nvPr>
        </p:nvSpPr>
        <p:spPr/>
        <p:txBody>
          <a:bodyPr/>
          <a:lstStyle/>
          <a:p>
            <a:fld id="{E6D14BC1-AC6D-4E66-8952-C7E0D39A302D}" type="slidenum">
              <a:rPr lang="en-IN" smtClean="0"/>
              <a:t>‹#›</a:t>
            </a:fld>
            <a:endParaRPr lang="en-IN"/>
          </a:p>
        </p:txBody>
      </p:sp>
    </p:spTree>
    <p:extLst>
      <p:ext uri="{BB962C8B-B14F-4D97-AF65-F5344CB8AC3E}">
        <p14:creationId xmlns:p14="http://schemas.microsoft.com/office/powerpoint/2010/main" val="2324674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BBE35-538A-3F75-0AEE-4249D156E5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74180BE-BD7B-C355-4ED4-5BD87B67DB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A45EAFD-0278-2AE6-245F-FBEA28B699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E8F596-B424-7742-0E9A-2A72C9C27AEB}"/>
              </a:ext>
            </a:extLst>
          </p:cNvPr>
          <p:cNvSpPr>
            <a:spLocks noGrp="1"/>
          </p:cNvSpPr>
          <p:nvPr>
            <p:ph type="dt" sz="half" idx="10"/>
          </p:nvPr>
        </p:nvSpPr>
        <p:spPr/>
        <p:txBody>
          <a:bodyPr/>
          <a:lstStyle/>
          <a:p>
            <a:fld id="{D0C26D4A-5AD6-4FE7-8848-465F5F930A8D}" type="datetimeFigureOut">
              <a:rPr lang="en-IN" smtClean="0"/>
              <a:t>15-07-2024</a:t>
            </a:fld>
            <a:endParaRPr lang="en-IN"/>
          </a:p>
        </p:txBody>
      </p:sp>
      <p:sp>
        <p:nvSpPr>
          <p:cNvPr id="6" name="Footer Placeholder 5">
            <a:extLst>
              <a:ext uri="{FF2B5EF4-FFF2-40B4-BE49-F238E27FC236}">
                <a16:creationId xmlns:a16="http://schemas.microsoft.com/office/drawing/2014/main" id="{0CA725E2-733D-C355-B910-7A71BE17EF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3E1FB7-9B00-2396-00CB-36D2C44CF49E}"/>
              </a:ext>
            </a:extLst>
          </p:cNvPr>
          <p:cNvSpPr>
            <a:spLocks noGrp="1"/>
          </p:cNvSpPr>
          <p:nvPr>
            <p:ph type="sldNum" sz="quarter" idx="12"/>
          </p:nvPr>
        </p:nvSpPr>
        <p:spPr/>
        <p:txBody>
          <a:bodyPr/>
          <a:lstStyle/>
          <a:p>
            <a:fld id="{E6D14BC1-AC6D-4E66-8952-C7E0D39A302D}" type="slidenum">
              <a:rPr lang="en-IN" smtClean="0"/>
              <a:t>‹#›</a:t>
            </a:fld>
            <a:endParaRPr lang="en-IN"/>
          </a:p>
        </p:txBody>
      </p:sp>
    </p:spTree>
    <p:extLst>
      <p:ext uri="{BB962C8B-B14F-4D97-AF65-F5344CB8AC3E}">
        <p14:creationId xmlns:p14="http://schemas.microsoft.com/office/powerpoint/2010/main" val="3781556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C1EF3-A82B-E026-84AA-6F365AE4CD5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AE5D87-2A08-9613-025F-94034B02BD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092827-AB24-7083-71A9-98A982AFFFAC}"/>
              </a:ext>
            </a:extLst>
          </p:cNvPr>
          <p:cNvSpPr>
            <a:spLocks noGrp="1"/>
          </p:cNvSpPr>
          <p:nvPr>
            <p:ph type="dt" sz="half" idx="10"/>
          </p:nvPr>
        </p:nvSpPr>
        <p:spPr/>
        <p:txBody>
          <a:bodyPr/>
          <a:lstStyle/>
          <a:p>
            <a:fld id="{D0C26D4A-5AD6-4FE7-8848-465F5F930A8D}" type="datetimeFigureOut">
              <a:rPr lang="en-IN" smtClean="0"/>
              <a:t>15-07-2024</a:t>
            </a:fld>
            <a:endParaRPr lang="en-IN"/>
          </a:p>
        </p:txBody>
      </p:sp>
      <p:sp>
        <p:nvSpPr>
          <p:cNvPr id="5" name="Footer Placeholder 4">
            <a:extLst>
              <a:ext uri="{FF2B5EF4-FFF2-40B4-BE49-F238E27FC236}">
                <a16:creationId xmlns:a16="http://schemas.microsoft.com/office/drawing/2014/main" id="{618D7080-856E-5292-3A84-482F82D5FD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12CCB8-721A-7ECF-4F06-A4ADA922E9A5}"/>
              </a:ext>
            </a:extLst>
          </p:cNvPr>
          <p:cNvSpPr>
            <a:spLocks noGrp="1"/>
          </p:cNvSpPr>
          <p:nvPr>
            <p:ph type="sldNum" sz="quarter" idx="12"/>
          </p:nvPr>
        </p:nvSpPr>
        <p:spPr/>
        <p:txBody>
          <a:bodyPr/>
          <a:lstStyle/>
          <a:p>
            <a:fld id="{E6D14BC1-AC6D-4E66-8952-C7E0D39A302D}" type="slidenum">
              <a:rPr lang="en-IN" smtClean="0"/>
              <a:t>‹#›</a:t>
            </a:fld>
            <a:endParaRPr lang="en-IN"/>
          </a:p>
        </p:txBody>
      </p:sp>
    </p:spTree>
    <p:extLst>
      <p:ext uri="{BB962C8B-B14F-4D97-AF65-F5344CB8AC3E}">
        <p14:creationId xmlns:p14="http://schemas.microsoft.com/office/powerpoint/2010/main" val="845678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D6F567-C967-7B1F-FB23-05D1BE4C750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2D5C27-DCD0-A607-E2DE-665656B405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87FDB0-9BAD-2F4B-3724-47489FBBE7AE}"/>
              </a:ext>
            </a:extLst>
          </p:cNvPr>
          <p:cNvSpPr>
            <a:spLocks noGrp="1"/>
          </p:cNvSpPr>
          <p:nvPr>
            <p:ph type="dt" sz="half" idx="10"/>
          </p:nvPr>
        </p:nvSpPr>
        <p:spPr/>
        <p:txBody>
          <a:bodyPr/>
          <a:lstStyle/>
          <a:p>
            <a:fld id="{D0C26D4A-5AD6-4FE7-8848-465F5F930A8D}" type="datetimeFigureOut">
              <a:rPr lang="en-IN" smtClean="0"/>
              <a:t>15-07-2024</a:t>
            </a:fld>
            <a:endParaRPr lang="en-IN"/>
          </a:p>
        </p:txBody>
      </p:sp>
      <p:sp>
        <p:nvSpPr>
          <p:cNvPr id="5" name="Footer Placeholder 4">
            <a:extLst>
              <a:ext uri="{FF2B5EF4-FFF2-40B4-BE49-F238E27FC236}">
                <a16:creationId xmlns:a16="http://schemas.microsoft.com/office/drawing/2014/main" id="{7F1E05B6-AC64-853F-AD24-B77C521F98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B7EBE8-B487-65BF-4A27-7652663E61C2}"/>
              </a:ext>
            </a:extLst>
          </p:cNvPr>
          <p:cNvSpPr>
            <a:spLocks noGrp="1"/>
          </p:cNvSpPr>
          <p:nvPr>
            <p:ph type="sldNum" sz="quarter" idx="12"/>
          </p:nvPr>
        </p:nvSpPr>
        <p:spPr/>
        <p:txBody>
          <a:bodyPr/>
          <a:lstStyle/>
          <a:p>
            <a:fld id="{E6D14BC1-AC6D-4E66-8952-C7E0D39A302D}" type="slidenum">
              <a:rPr lang="en-IN" smtClean="0"/>
              <a:t>‹#›</a:t>
            </a:fld>
            <a:endParaRPr lang="en-IN"/>
          </a:p>
        </p:txBody>
      </p:sp>
    </p:spTree>
    <p:extLst>
      <p:ext uri="{BB962C8B-B14F-4D97-AF65-F5344CB8AC3E}">
        <p14:creationId xmlns:p14="http://schemas.microsoft.com/office/powerpoint/2010/main" val="4258492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C5D0EF-C59E-6101-15F3-DA41962656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1DC627-F118-18E7-C2D7-80B9ACDB6A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0159D8-E306-EB4E-7B6E-2240D69F9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0C26D4A-5AD6-4FE7-8848-465F5F930A8D}" type="datetimeFigureOut">
              <a:rPr lang="en-IN" smtClean="0"/>
              <a:t>15-07-2024</a:t>
            </a:fld>
            <a:endParaRPr lang="en-IN"/>
          </a:p>
        </p:txBody>
      </p:sp>
      <p:sp>
        <p:nvSpPr>
          <p:cNvPr id="5" name="Footer Placeholder 4">
            <a:extLst>
              <a:ext uri="{FF2B5EF4-FFF2-40B4-BE49-F238E27FC236}">
                <a16:creationId xmlns:a16="http://schemas.microsoft.com/office/drawing/2014/main" id="{76ACF873-6FBF-1CB2-B2CF-9648C483B7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C18F921-867A-FA43-BA7C-B066393101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D14BC1-AC6D-4E66-8952-C7E0D39A302D}" type="slidenum">
              <a:rPr lang="en-IN" smtClean="0"/>
              <a:t>‹#›</a:t>
            </a:fld>
            <a:endParaRPr lang="en-IN"/>
          </a:p>
        </p:txBody>
      </p:sp>
    </p:spTree>
    <p:extLst>
      <p:ext uri="{BB962C8B-B14F-4D97-AF65-F5344CB8AC3E}">
        <p14:creationId xmlns:p14="http://schemas.microsoft.com/office/powerpoint/2010/main" val="23628965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6" Type="http://schemas.openxmlformats.org/officeDocument/2006/relationships/customXml" Target="../ink/ink13.xml"/><Relationship Id="rId21" Type="http://schemas.openxmlformats.org/officeDocument/2006/relationships/image" Target="../media/image11.png"/><Relationship Id="rId42" Type="http://schemas.openxmlformats.org/officeDocument/2006/relationships/customXml" Target="../ink/ink21.xml"/><Relationship Id="rId47" Type="http://schemas.openxmlformats.org/officeDocument/2006/relationships/image" Target="../media/image24.png"/><Relationship Id="rId63" Type="http://schemas.openxmlformats.org/officeDocument/2006/relationships/image" Target="../media/image32.png"/><Relationship Id="rId68" Type="http://schemas.openxmlformats.org/officeDocument/2006/relationships/customXml" Target="../ink/ink34.xml"/><Relationship Id="rId16" Type="http://schemas.openxmlformats.org/officeDocument/2006/relationships/customXml" Target="../ink/ink8.xml"/><Relationship Id="rId11" Type="http://schemas.openxmlformats.org/officeDocument/2006/relationships/image" Target="../media/image6.png"/><Relationship Id="rId32" Type="http://schemas.openxmlformats.org/officeDocument/2006/relationships/customXml" Target="../ink/ink16.xml"/><Relationship Id="rId37" Type="http://schemas.openxmlformats.org/officeDocument/2006/relationships/image" Target="../media/image19.png"/><Relationship Id="rId53" Type="http://schemas.openxmlformats.org/officeDocument/2006/relationships/image" Target="../media/image27.png"/><Relationship Id="rId58" Type="http://schemas.openxmlformats.org/officeDocument/2006/relationships/customXml" Target="../ink/ink29.xml"/><Relationship Id="rId74" Type="http://schemas.openxmlformats.org/officeDocument/2006/relationships/customXml" Target="../ink/ink37.xml"/><Relationship Id="rId79" Type="http://schemas.openxmlformats.org/officeDocument/2006/relationships/image" Target="../media/image40.png"/><Relationship Id="rId5" Type="http://schemas.openxmlformats.org/officeDocument/2006/relationships/image" Target="../media/image3.png"/><Relationship Id="rId61" Type="http://schemas.openxmlformats.org/officeDocument/2006/relationships/image" Target="../media/image31.png"/><Relationship Id="rId19" Type="http://schemas.openxmlformats.org/officeDocument/2006/relationships/image" Target="../media/image10.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4.png"/><Relationship Id="rId30" Type="http://schemas.openxmlformats.org/officeDocument/2006/relationships/customXml" Target="../ink/ink15.xml"/><Relationship Id="rId35" Type="http://schemas.openxmlformats.org/officeDocument/2006/relationships/image" Target="../media/image18.png"/><Relationship Id="rId43" Type="http://schemas.openxmlformats.org/officeDocument/2006/relationships/image" Target="../media/image22.png"/><Relationship Id="rId48" Type="http://schemas.openxmlformats.org/officeDocument/2006/relationships/customXml" Target="../ink/ink24.xml"/><Relationship Id="rId56" Type="http://schemas.openxmlformats.org/officeDocument/2006/relationships/customXml" Target="../ink/ink28.xml"/><Relationship Id="rId64" Type="http://schemas.openxmlformats.org/officeDocument/2006/relationships/customXml" Target="../ink/ink32.xml"/><Relationship Id="rId69" Type="http://schemas.openxmlformats.org/officeDocument/2006/relationships/image" Target="../media/image35.png"/><Relationship Id="rId77" Type="http://schemas.openxmlformats.org/officeDocument/2006/relationships/image" Target="../media/image39.png"/><Relationship Id="rId8" Type="http://schemas.openxmlformats.org/officeDocument/2006/relationships/customXml" Target="../ink/ink4.xml"/><Relationship Id="rId51" Type="http://schemas.openxmlformats.org/officeDocument/2006/relationships/image" Target="../media/image26.png"/><Relationship Id="rId72" Type="http://schemas.openxmlformats.org/officeDocument/2006/relationships/customXml" Target="../ink/ink36.xml"/><Relationship Id="rId80" Type="http://schemas.openxmlformats.org/officeDocument/2006/relationships/customXml" Target="../ink/ink40.xml"/><Relationship Id="rId3" Type="http://schemas.openxmlformats.org/officeDocument/2006/relationships/image" Target="../media/image2.png"/><Relationship Id="rId12" Type="http://schemas.openxmlformats.org/officeDocument/2006/relationships/customXml" Target="../ink/ink6.xml"/><Relationship Id="rId17" Type="http://schemas.openxmlformats.org/officeDocument/2006/relationships/image" Target="../media/image9.png"/><Relationship Id="rId25" Type="http://schemas.openxmlformats.org/officeDocument/2006/relationships/image" Target="../media/image13.png"/><Relationship Id="rId33" Type="http://schemas.openxmlformats.org/officeDocument/2006/relationships/image" Target="../media/image17.png"/><Relationship Id="rId38" Type="http://schemas.openxmlformats.org/officeDocument/2006/relationships/customXml" Target="../ink/ink19.xml"/><Relationship Id="rId46" Type="http://schemas.openxmlformats.org/officeDocument/2006/relationships/customXml" Target="../ink/ink23.xml"/><Relationship Id="rId59" Type="http://schemas.openxmlformats.org/officeDocument/2006/relationships/image" Target="../media/image30.png"/><Relationship Id="rId67" Type="http://schemas.openxmlformats.org/officeDocument/2006/relationships/image" Target="../media/image34.png"/><Relationship Id="rId20" Type="http://schemas.openxmlformats.org/officeDocument/2006/relationships/customXml" Target="../ink/ink10.xml"/><Relationship Id="rId41" Type="http://schemas.openxmlformats.org/officeDocument/2006/relationships/image" Target="../media/image21.png"/><Relationship Id="rId54" Type="http://schemas.openxmlformats.org/officeDocument/2006/relationships/customXml" Target="../ink/ink27.xml"/><Relationship Id="rId62" Type="http://schemas.openxmlformats.org/officeDocument/2006/relationships/customXml" Target="../ink/ink31.xml"/><Relationship Id="rId70" Type="http://schemas.openxmlformats.org/officeDocument/2006/relationships/customXml" Target="../ink/ink35.xml"/><Relationship Id="rId75"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customXml" Target="../ink/ink3.xml"/><Relationship Id="rId15" Type="http://schemas.openxmlformats.org/officeDocument/2006/relationships/image" Target="../media/image8.png"/><Relationship Id="rId23" Type="http://schemas.openxmlformats.org/officeDocument/2006/relationships/image" Target="../media/image12.png"/><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25.png"/><Relationship Id="rId57" Type="http://schemas.openxmlformats.org/officeDocument/2006/relationships/image" Target="../media/image29.png"/><Relationship Id="rId10" Type="http://schemas.openxmlformats.org/officeDocument/2006/relationships/customXml" Target="../ink/ink5.xml"/><Relationship Id="rId31" Type="http://schemas.openxmlformats.org/officeDocument/2006/relationships/image" Target="../media/image16.png"/><Relationship Id="rId44" Type="http://schemas.openxmlformats.org/officeDocument/2006/relationships/customXml" Target="../ink/ink22.xml"/><Relationship Id="rId52" Type="http://schemas.openxmlformats.org/officeDocument/2006/relationships/customXml" Target="../ink/ink26.xml"/><Relationship Id="rId60" Type="http://schemas.openxmlformats.org/officeDocument/2006/relationships/customXml" Target="../ink/ink30.xml"/><Relationship Id="rId65" Type="http://schemas.openxmlformats.org/officeDocument/2006/relationships/image" Target="../media/image33.png"/><Relationship Id="rId73" Type="http://schemas.openxmlformats.org/officeDocument/2006/relationships/image" Target="../media/image37.png"/><Relationship Id="rId78" Type="http://schemas.openxmlformats.org/officeDocument/2006/relationships/customXml" Target="../ink/ink39.xml"/><Relationship Id="rId81" Type="http://schemas.openxmlformats.org/officeDocument/2006/relationships/image" Target="../media/image41.png"/><Relationship Id="rId4" Type="http://schemas.openxmlformats.org/officeDocument/2006/relationships/customXml" Target="../ink/ink2.xml"/><Relationship Id="rId9" Type="http://schemas.openxmlformats.org/officeDocument/2006/relationships/image" Target="../media/image5.png"/><Relationship Id="rId13" Type="http://schemas.openxmlformats.org/officeDocument/2006/relationships/image" Target="../media/image7.png"/><Relationship Id="rId18" Type="http://schemas.openxmlformats.org/officeDocument/2006/relationships/customXml" Target="../ink/ink9.xml"/><Relationship Id="rId39" Type="http://schemas.openxmlformats.org/officeDocument/2006/relationships/image" Target="../media/image20.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28.png"/><Relationship Id="rId76" Type="http://schemas.openxmlformats.org/officeDocument/2006/relationships/customXml" Target="../ink/ink38.xml"/><Relationship Id="rId7" Type="http://schemas.openxmlformats.org/officeDocument/2006/relationships/image" Target="../media/image4.png"/><Relationship Id="rId71" Type="http://schemas.openxmlformats.org/officeDocument/2006/relationships/image" Target="../media/image36.png"/><Relationship Id="rId2" Type="http://schemas.openxmlformats.org/officeDocument/2006/relationships/customXml" Target="../ink/ink1.xml"/><Relationship Id="rId29" Type="http://schemas.openxmlformats.org/officeDocument/2006/relationships/image" Target="../media/image15.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23.png"/><Relationship Id="rId66" Type="http://schemas.openxmlformats.org/officeDocument/2006/relationships/customXml" Target="../ink/ink33.xml"/></Relationships>
</file>

<file path=ppt/slides/_rels/slide4.xml.rels><?xml version="1.0" encoding="UTF-8" standalone="yes"?>
<Relationships xmlns="http://schemas.openxmlformats.org/package/2006/relationships"><Relationship Id="rId26" Type="http://schemas.openxmlformats.org/officeDocument/2006/relationships/customXml" Target="../ink/ink53.xml"/><Relationship Id="rId21" Type="http://schemas.openxmlformats.org/officeDocument/2006/relationships/image" Target="../media/image51.png"/><Relationship Id="rId42" Type="http://schemas.openxmlformats.org/officeDocument/2006/relationships/customXml" Target="../ink/ink61.xml"/><Relationship Id="rId47" Type="http://schemas.openxmlformats.org/officeDocument/2006/relationships/image" Target="../media/image64.png"/><Relationship Id="rId63" Type="http://schemas.openxmlformats.org/officeDocument/2006/relationships/image" Target="../media/image72.png"/><Relationship Id="rId68" Type="http://schemas.openxmlformats.org/officeDocument/2006/relationships/customXml" Target="../ink/ink74.xml"/><Relationship Id="rId84" Type="http://schemas.openxmlformats.org/officeDocument/2006/relationships/customXml" Target="../ink/ink82.xml"/><Relationship Id="rId89" Type="http://schemas.openxmlformats.org/officeDocument/2006/relationships/image" Target="../media/image85.png"/><Relationship Id="rId16" Type="http://schemas.openxmlformats.org/officeDocument/2006/relationships/customXml" Target="../ink/ink48.xml"/><Relationship Id="rId107" Type="http://schemas.openxmlformats.org/officeDocument/2006/relationships/image" Target="../media/image94.png"/><Relationship Id="rId11" Type="http://schemas.openxmlformats.org/officeDocument/2006/relationships/image" Target="../media/image46.png"/><Relationship Id="rId32" Type="http://schemas.openxmlformats.org/officeDocument/2006/relationships/customXml" Target="../ink/ink56.xml"/><Relationship Id="rId37" Type="http://schemas.openxmlformats.org/officeDocument/2006/relationships/image" Target="../media/image59.png"/><Relationship Id="rId53" Type="http://schemas.openxmlformats.org/officeDocument/2006/relationships/image" Target="../media/image67.png"/><Relationship Id="rId58" Type="http://schemas.openxmlformats.org/officeDocument/2006/relationships/customXml" Target="../ink/ink69.xml"/><Relationship Id="rId74" Type="http://schemas.openxmlformats.org/officeDocument/2006/relationships/customXml" Target="../ink/ink77.xml"/><Relationship Id="rId79" Type="http://schemas.openxmlformats.org/officeDocument/2006/relationships/image" Target="../media/image80.png"/><Relationship Id="rId102" Type="http://schemas.openxmlformats.org/officeDocument/2006/relationships/customXml" Target="../ink/ink91.xml"/><Relationship Id="rId5" Type="http://schemas.openxmlformats.org/officeDocument/2006/relationships/image" Target="../media/image43.png"/><Relationship Id="rId90" Type="http://schemas.openxmlformats.org/officeDocument/2006/relationships/customXml" Target="../ink/ink85.xml"/><Relationship Id="rId95" Type="http://schemas.openxmlformats.org/officeDocument/2006/relationships/image" Target="../media/image88.png"/><Relationship Id="rId22" Type="http://schemas.openxmlformats.org/officeDocument/2006/relationships/customXml" Target="../ink/ink51.xml"/><Relationship Id="rId27" Type="http://schemas.openxmlformats.org/officeDocument/2006/relationships/image" Target="../media/image54.png"/><Relationship Id="rId43" Type="http://schemas.openxmlformats.org/officeDocument/2006/relationships/image" Target="../media/image62.png"/><Relationship Id="rId48" Type="http://schemas.openxmlformats.org/officeDocument/2006/relationships/customXml" Target="../ink/ink64.xml"/><Relationship Id="rId64" Type="http://schemas.openxmlformats.org/officeDocument/2006/relationships/customXml" Target="../ink/ink72.xml"/><Relationship Id="rId69" Type="http://schemas.openxmlformats.org/officeDocument/2006/relationships/image" Target="../media/image75.png"/><Relationship Id="rId80" Type="http://schemas.openxmlformats.org/officeDocument/2006/relationships/customXml" Target="../ink/ink80.xml"/><Relationship Id="rId85" Type="http://schemas.openxmlformats.org/officeDocument/2006/relationships/image" Target="../media/image83.png"/><Relationship Id="rId12" Type="http://schemas.openxmlformats.org/officeDocument/2006/relationships/customXml" Target="../ink/ink46.xml"/><Relationship Id="rId17" Type="http://schemas.openxmlformats.org/officeDocument/2006/relationships/image" Target="../media/image49.png"/><Relationship Id="rId33" Type="http://schemas.openxmlformats.org/officeDocument/2006/relationships/image" Target="../media/image57.png"/><Relationship Id="rId38" Type="http://schemas.openxmlformats.org/officeDocument/2006/relationships/customXml" Target="../ink/ink59.xml"/><Relationship Id="rId59" Type="http://schemas.openxmlformats.org/officeDocument/2006/relationships/image" Target="../media/image70.png"/><Relationship Id="rId103" Type="http://schemas.openxmlformats.org/officeDocument/2006/relationships/image" Target="../media/image92.png"/><Relationship Id="rId108" Type="http://schemas.openxmlformats.org/officeDocument/2006/relationships/customXml" Target="../ink/ink94.xml"/><Relationship Id="rId54" Type="http://schemas.openxmlformats.org/officeDocument/2006/relationships/customXml" Target="../ink/ink67.xml"/><Relationship Id="rId70" Type="http://schemas.openxmlformats.org/officeDocument/2006/relationships/customXml" Target="../ink/ink75.xml"/><Relationship Id="rId75" Type="http://schemas.openxmlformats.org/officeDocument/2006/relationships/image" Target="../media/image78.png"/><Relationship Id="rId91" Type="http://schemas.openxmlformats.org/officeDocument/2006/relationships/image" Target="../media/image86.png"/><Relationship Id="rId96" Type="http://schemas.openxmlformats.org/officeDocument/2006/relationships/customXml" Target="../ink/ink88.xml"/><Relationship Id="rId1" Type="http://schemas.openxmlformats.org/officeDocument/2006/relationships/slideLayout" Target="../slideLayouts/slideLayout7.xml"/><Relationship Id="rId6" Type="http://schemas.openxmlformats.org/officeDocument/2006/relationships/customXml" Target="../ink/ink43.xml"/><Relationship Id="rId15" Type="http://schemas.openxmlformats.org/officeDocument/2006/relationships/image" Target="../media/image48.png"/><Relationship Id="rId23" Type="http://schemas.openxmlformats.org/officeDocument/2006/relationships/image" Target="../media/image52.png"/><Relationship Id="rId28" Type="http://schemas.openxmlformats.org/officeDocument/2006/relationships/customXml" Target="../ink/ink54.xml"/><Relationship Id="rId36" Type="http://schemas.openxmlformats.org/officeDocument/2006/relationships/customXml" Target="../ink/ink58.xml"/><Relationship Id="rId49" Type="http://schemas.openxmlformats.org/officeDocument/2006/relationships/image" Target="../media/image65.png"/><Relationship Id="rId57" Type="http://schemas.openxmlformats.org/officeDocument/2006/relationships/image" Target="../media/image69.png"/><Relationship Id="rId106" Type="http://schemas.openxmlformats.org/officeDocument/2006/relationships/customXml" Target="../ink/ink93.xml"/><Relationship Id="rId10" Type="http://schemas.openxmlformats.org/officeDocument/2006/relationships/customXml" Target="../ink/ink45.xml"/><Relationship Id="rId31" Type="http://schemas.openxmlformats.org/officeDocument/2006/relationships/image" Target="../media/image56.png"/><Relationship Id="rId44" Type="http://schemas.openxmlformats.org/officeDocument/2006/relationships/customXml" Target="../ink/ink62.xml"/><Relationship Id="rId52" Type="http://schemas.openxmlformats.org/officeDocument/2006/relationships/customXml" Target="../ink/ink66.xml"/><Relationship Id="rId60" Type="http://schemas.openxmlformats.org/officeDocument/2006/relationships/customXml" Target="../ink/ink70.xml"/><Relationship Id="rId65" Type="http://schemas.openxmlformats.org/officeDocument/2006/relationships/image" Target="../media/image73.png"/><Relationship Id="rId73" Type="http://schemas.openxmlformats.org/officeDocument/2006/relationships/image" Target="../media/image77.png"/><Relationship Id="rId78" Type="http://schemas.openxmlformats.org/officeDocument/2006/relationships/customXml" Target="../ink/ink79.xml"/><Relationship Id="rId81" Type="http://schemas.openxmlformats.org/officeDocument/2006/relationships/image" Target="../media/image81.png"/><Relationship Id="rId86" Type="http://schemas.openxmlformats.org/officeDocument/2006/relationships/customXml" Target="../ink/ink83.xml"/><Relationship Id="rId94" Type="http://schemas.openxmlformats.org/officeDocument/2006/relationships/customXml" Target="../ink/ink87.xml"/><Relationship Id="rId99" Type="http://schemas.openxmlformats.org/officeDocument/2006/relationships/image" Target="../media/image90.png"/><Relationship Id="rId101" Type="http://schemas.openxmlformats.org/officeDocument/2006/relationships/image" Target="../media/image91.png"/><Relationship Id="rId4" Type="http://schemas.openxmlformats.org/officeDocument/2006/relationships/customXml" Target="../ink/ink42.xml"/><Relationship Id="rId9" Type="http://schemas.openxmlformats.org/officeDocument/2006/relationships/image" Target="../media/image45.png"/><Relationship Id="rId13" Type="http://schemas.openxmlformats.org/officeDocument/2006/relationships/image" Target="../media/image47.png"/><Relationship Id="rId18" Type="http://schemas.openxmlformats.org/officeDocument/2006/relationships/customXml" Target="../ink/ink49.xml"/><Relationship Id="rId39" Type="http://schemas.openxmlformats.org/officeDocument/2006/relationships/image" Target="../media/image60.png"/><Relationship Id="rId109" Type="http://schemas.openxmlformats.org/officeDocument/2006/relationships/image" Target="../media/image95.png"/><Relationship Id="rId34" Type="http://schemas.openxmlformats.org/officeDocument/2006/relationships/customXml" Target="../ink/ink57.xml"/><Relationship Id="rId50" Type="http://schemas.openxmlformats.org/officeDocument/2006/relationships/customXml" Target="../ink/ink65.xml"/><Relationship Id="rId55" Type="http://schemas.openxmlformats.org/officeDocument/2006/relationships/image" Target="../media/image68.png"/><Relationship Id="rId76" Type="http://schemas.openxmlformats.org/officeDocument/2006/relationships/customXml" Target="../ink/ink78.xml"/><Relationship Id="rId97" Type="http://schemas.openxmlformats.org/officeDocument/2006/relationships/image" Target="../media/image89.png"/><Relationship Id="rId104" Type="http://schemas.openxmlformats.org/officeDocument/2006/relationships/customXml" Target="../ink/ink92.xml"/><Relationship Id="rId7" Type="http://schemas.openxmlformats.org/officeDocument/2006/relationships/image" Target="../media/image44.png"/><Relationship Id="rId71" Type="http://schemas.openxmlformats.org/officeDocument/2006/relationships/image" Target="../media/image76.png"/><Relationship Id="rId92" Type="http://schemas.openxmlformats.org/officeDocument/2006/relationships/customXml" Target="../ink/ink86.xml"/><Relationship Id="rId2" Type="http://schemas.openxmlformats.org/officeDocument/2006/relationships/customXml" Target="../ink/ink41.xml"/><Relationship Id="rId29" Type="http://schemas.openxmlformats.org/officeDocument/2006/relationships/image" Target="../media/image55.png"/><Relationship Id="rId24" Type="http://schemas.openxmlformats.org/officeDocument/2006/relationships/customXml" Target="../ink/ink52.xml"/><Relationship Id="rId40" Type="http://schemas.openxmlformats.org/officeDocument/2006/relationships/customXml" Target="../ink/ink60.xml"/><Relationship Id="rId45" Type="http://schemas.openxmlformats.org/officeDocument/2006/relationships/image" Target="../media/image63.png"/><Relationship Id="rId66" Type="http://schemas.openxmlformats.org/officeDocument/2006/relationships/customXml" Target="../ink/ink73.xml"/><Relationship Id="rId87" Type="http://schemas.openxmlformats.org/officeDocument/2006/relationships/image" Target="../media/image84.png"/><Relationship Id="rId110" Type="http://schemas.openxmlformats.org/officeDocument/2006/relationships/customXml" Target="../ink/ink95.xml"/><Relationship Id="rId61" Type="http://schemas.openxmlformats.org/officeDocument/2006/relationships/image" Target="../media/image71.png"/><Relationship Id="rId82" Type="http://schemas.openxmlformats.org/officeDocument/2006/relationships/customXml" Target="../ink/ink81.xml"/><Relationship Id="rId19" Type="http://schemas.openxmlformats.org/officeDocument/2006/relationships/image" Target="../media/image50.png"/><Relationship Id="rId14" Type="http://schemas.openxmlformats.org/officeDocument/2006/relationships/customXml" Target="../ink/ink47.xml"/><Relationship Id="rId30" Type="http://schemas.openxmlformats.org/officeDocument/2006/relationships/customXml" Target="../ink/ink55.xml"/><Relationship Id="rId35" Type="http://schemas.openxmlformats.org/officeDocument/2006/relationships/image" Target="../media/image58.png"/><Relationship Id="rId56" Type="http://schemas.openxmlformats.org/officeDocument/2006/relationships/customXml" Target="../ink/ink68.xml"/><Relationship Id="rId77" Type="http://schemas.openxmlformats.org/officeDocument/2006/relationships/image" Target="../media/image79.png"/><Relationship Id="rId100" Type="http://schemas.openxmlformats.org/officeDocument/2006/relationships/customXml" Target="../ink/ink90.xml"/><Relationship Id="rId105" Type="http://schemas.openxmlformats.org/officeDocument/2006/relationships/image" Target="../media/image93.png"/><Relationship Id="rId8" Type="http://schemas.openxmlformats.org/officeDocument/2006/relationships/customXml" Target="../ink/ink44.xml"/><Relationship Id="rId51" Type="http://schemas.openxmlformats.org/officeDocument/2006/relationships/image" Target="../media/image66.png"/><Relationship Id="rId72" Type="http://schemas.openxmlformats.org/officeDocument/2006/relationships/customXml" Target="../ink/ink76.xml"/><Relationship Id="rId93" Type="http://schemas.openxmlformats.org/officeDocument/2006/relationships/image" Target="../media/image87.png"/><Relationship Id="rId98" Type="http://schemas.openxmlformats.org/officeDocument/2006/relationships/customXml" Target="../ink/ink89.xml"/><Relationship Id="rId3" Type="http://schemas.openxmlformats.org/officeDocument/2006/relationships/image" Target="../media/image42.png"/><Relationship Id="rId25" Type="http://schemas.openxmlformats.org/officeDocument/2006/relationships/image" Target="../media/image53.png"/><Relationship Id="rId46" Type="http://schemas.openxmlformats.org/officeDocument/2006/relationships/customXml" Target="../ink/ink63.xml"/><Relationship Id="rId67" Type="http://schemas.openxmlformats.org/officeDocument/2006/relationships/image" Target="../media/image74.png"/><Relationship Id="rId20" Type="http://schemas.openxmlformats.org/officeDocument/2006/relationships/customXml" Target="../ink/ink50.xml"/><Relationship Id="rId41" Type="http://schemas.openxmlformats.org/officeDocument/2006/relationships/image" Target="../media/image61.png"/><Relationship Id="rId62" Type="http://schemas.openxmlformats.org/officeDocument/2006/relationships/customXml" Target="../ink/ink71.xml"/><Relationship Id="rId83" Type="http://schemas.openxmlformats.org/officeDocument/2006/relationships/image" Target="../media/image82.png"/><Relationship Id="rId88" Type="http://schemas.openxmlformats.org/officeDocument/2006/relationships/customXml" Target="../ink/ink84.xml"/><Relationship Id="rId111" Type="http://schemas.openxmlformats.org/officeDocument/2006/relationships/image" Target="../media/image96.png"/></Relationships>
</file>

<file path=ppt/slides/_rels/slide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E0625-584B-A45F-BAF7-73E788C9FA11}"/>
              </a:ext>
            </a:extLst>
          </p:cNvPr>
          <p:cNvSpPr>
            <a:spLocks noGrp="1"/>
          </p:cNvSpPr>
          <p:nvPr>
            <p:ph type="ctrTitle"/>
          </p:nvPr>
        </p:nvSpPr>
        <p:spPr>
          <a:xfrm>
            <a:off x="643468" y="643468"/>
            <a:ext cx="4620584" cy="3257534"/>
          </a:xfrm>
        </p:spPr>
        <p:txBody>
          <a:bodyPr>
            <a:normAutofit/>
          </a:bodyPr>
          <a:lstStyle/>
          <a:p>
            <a:pPr algn="l"/>
            <a:r>
              <a:rPr lang="en-IN" sz="4400" dirty="0"/>
              <a:t>Data Science, Machine Learning &amp; Deep Learning Bootcamp using Python</a:t>
            </a:r>
          </a:p>
        </p:txBody>
      </p:sp>
      <p:sp>
        <p:nvSpPr>
          <p:cNvPr id="3" name="Subtitle 2">
            <a:extLst>
              <a:ext uri="{FF2B5EF4-FFF2-40B4-BE49-F238E27FC236}">
                <a16:creationId xmlns:a16="http://schemas.microsoft.com/office/drawing/2014/main" id="{6B6FDA3F-F42F-2F34-7778-D405FCEC9695}"/>
              </a:ext>
            </a:extLst>
          </p:cNvPr>
          <p:cNvSpPr>
            <a:spLocks noGrp="1"/>
          </p:cNvSpPr>
          <p:nvPr>
            <p:ph type="subTitle" idx="1"/>
          </p:nvPr>
        </p:nvSpPr>
        <p:spPr>
          <a:xfrm>
            <a:off x="643467" y="4604006"/>
            <a:ext cx="4981079" cy="1390890"/>
          </a:xfrm>
        </p:spPr>
        <p:txBody>
          <a:bodyPr>
            <a:normAutofit/>
          </a:bodyPr>
          <a:lstStyle/>
          <a:p>
            <a:pPr algn="l"/>
            <a:r>
              <a:rPr lang="en-IN" sz="2800" i="1" dirty="0">
                <a:latin typeface="Baguet Script" panose="00000500000000000000" pitchFamily="2" charset="0"/>
                <a:cs typeface="Aparajita" panose="02020603050405020304" pitchFamily="18" charset="0"/>
              </a:rPr>
              <a:t>Day 16-</a:t>
            </a:r>
            <a:br>
              <a:rPr lang="en-IN" sz="2800" i="1" dirty="0">
                <a:latin typeface="Baguet Script" panose="00000500000000000000" pitchFamily="2" charset="0"/>
                <a:cs typeface="Aparajita" panose="02020603050405020304" pitchFamily="18" charset="0"/>
              </a:rPr>
            </a:br>
            <a:r>
              <a:rPr lang="en-IN" sz="2800" i="1" dirty="0">
                <a:latin typeface="Baguet Script" panose="00000500000000000000" pitchFamily="2" charset="0"/>
                <a:cs typeface="Aparajita" panose="02020603050405020304" pitchFamily="18" charset="0"/>
              </a:rPr>
              <a:t>Dimensionality Reduction</a:t>
            </a:r>
          </a:p>
        </p:txBody>
      </p:sp>
      <p:pic>
        <p:nvPicPr>
          <p:cNvPr id="8" name="Picture 4" descr="101010 data lines to infinity">
            <a:extLst>
              <a:ext uri="{FF2B5EF4-FFF2-40B4-BE49-F238E27FC236}">
                <a16:creationId xmlns:a16="http://schemas.microsoft.com/office/drawing/2014/main" id="{23D6061C-165F-9A01-F156-DE5C8DCA0FCF}"/>
              </a:ext>
            </a:extLst>
          </p:cNvPr>
          <p:cNvPicPr>
            <a:picLocks noChangeAspect="1"/>
          </p:cNvPicPr>
          <p:nvPr/>
        </p:nvPicPr>
        <p:blipFill rotWithShape="1">
          <a:blip r:embed="rId2"/>
          <a:srcRect l="23603" r="20099"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177996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7DE54B-A464-D734-8FE9-942BB182894E}"/>
              </a:ext>
            </a:extLst>
          </p:cNvPr>
          <p:cNvSpPr/>
          <p:nvPr/>
        </p:nvSpPr>
        <p:spPr>
          <a:xfrm>
            <a:off x="0" y="-15875"/>
            <a:ext cx="121920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latin typeface="Britannic Bold" panose="020F0502020204030204" pitchFamily="34" charset="0"/>
              </a:rPr>
              <a:t>What is Dimensionality Reduction in ML?</a:t>
            </a:r>
          </a:p>
        </p:txBody>
      </p:sp>
      <p:sp>
        <p:nvSpPr>
          <p:cNvPr id="3" name="TextBox 2">
            <a:extLst>
              <a:ext uri="{FF2B5EF4-FFF2-40B4-BE49-F238E27FC236}">
                <a16:creationId xmlns:a16="http://schemas.microsoft.com/office/drawing/2014/main" id="{CA2F5860-04DA-F91C-038D-6411C1B279FB}"/>
              </a:ext>
            </a:extLst>
          </p:cNvPr>
          <p:cNvSpPr txBox="1"/>
          <p:nvPr/>
        </p:nvSpPr>
        <p:spPr>
          <a:xfrm>
            <a:off x="171450" y="975003"/>
            <a:ext cx="11779250" cy="400110"/>
          </a:xfrm>
          <a:prstGeom prst="rect">
            <a:avLst/>
          </a:prstGeom>
          <a:noFill/>
        </p:spPr>
        <p:txBody>
          <a:bodyPr wrap="square">
            <a:spAutoFit/>
          </a:bodyPr>
          <a:lstStyle/>
          <a:p>
            <a:pPr algn="l"/>
            <a:endParaRPr lang="en-IN" sz="2000" dirty="0">
              <a:latin typeface="Söhne"/>
            </a:endParaRPr>
          </a:p>
        </p:txBody>
      </p:sp>
      <p:sp>
        <p:nvSpPr>
          <p:cNvPr id="281" name="Text Box 109">
            <a:extLst>
              <a:ext uri="{FF2B5EF4-FFF2-40B4-BE49-F238E27FC236}">
                <a16:creationId xmlns:a16="http://schemas.microsoft.com/office/drawing/2014/main" id="{2024E005-8533-0D9A-2F6E-D5D30C5612C0}"/>
              </a:ext>
            </a:extLst>
          </p:cNvPr>
          <p:cNvSpPr txBox="1">
            <a:spLocks noChangeArrowheads="1"/>
          </p:cNvSpPr>
          <p:nvPr/>
        </p:nvSpPr>
        <p:spPr bwMode="auto">
          <a:xfrm>
            <a:off x="241300" y="975002"/>
            <a:ext cx="11709400" cy="5066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20000"/>
              </a:spcBef>
            </a:pPr>
            <a:r>
              <a:rPr lang="en-IN" altLang="en-US" sz="1600" i="1" dirty="0">
                <a:latin typeface="-apple-system"/>
              </a:rPr>
              <a:t>Dimensionality Reduction </a:t>
            </a:r>
            <a:r>
              <a:rPr lang="en-IN" altLang="en-US" sz="1600" dirty="0">
                <a:latin typeface="-apple-system"/>
              </a:rPr>
              <a:t>is the process of reducing the number of features (or dimensions) in a dataset while retaining as much information as possible. This can be done for a variety of reasons, such as, </a:t>
            </a:r>
          </a:p>
          <a:p>
            <a:pPr marL="285750" indent="-285750">
              <a:spcBef>
                <a:spcPct val="20000"/>
              </a:spcBef>
              <a:buFontTx/>
              <a:buChar char="-"/>
            </a:pPr>
            <a:r>
              <a:rPr lang="en-IN" altLang="en-US" sz="1600" dirty="0">
                <a:latin typeface="-apple-system"/>
              </a:rPr>
              <a:t>to reduce the complexity of a model, </a:t>
            </a:r>
          </a:p>
          <a:p>
            <a:pPr marL="285750" indent="-285750">
              <a:spcBef>
                <a:spcPct val="20000"/>
              </a:spcBef>
              <a:buFontTx/>
              <a:buChar char="-"/>
            </a:pPr>
            <a:r>
              <a:rPr lang="en-IN" altLang="en-US" sz="1600" dirty="0">
                <a:latin typeface="-apple-system"/>
              </a:rPr>
              <a:t>to improve the performance of a learning algorithm, or </a:t>
            </a:r>
          </a:p>
          <a:p>
            <a:pPr marL="285750" indent="-285750">
              <a:spcBef>
                <a:spcPct val="20000"/>
              </a:spcBef>
              <a:buFontTx/>
              <a:buChar char="-"/>
            </a:pPr>
            <a:r>
              <a:rPr lang="en-IN" altLang="en-US" sz="1600" dirty="0">
                <a:latin typeface="-apple-system"/>
              </a:rPr>
              <a:t>to make it easier to visualize the data, and many more.</a:t>
            </a:r>
          </a:p>
          <a:p>
            <a:pPr marL="285750" indent="-285750">
              <a:spcBef>
                <a:spcPct val="20000"/>
              </a:spcBef>
              <a:buFontTx/>
              <a:buChar char="-"/>
            </a:pPr>
            <a:endParaRPr lang="en-IN" altLang="en-US" sz="1600" dirty="0">
              <a:latin typeface="-apple-system"/>
            </a:endParaRPr>
          </a:p>
          <a:p>
            <a:pPr>
              <a:spcBef>
                <a:spcPct val="20000"/>
              </a:spcBef>
            </a:pPr>
            <a:r>
              <a:rPr lang="en-IN" altLang="en-US" sz="1600" dirty="0">
                <a:latin typeface="-apple-system"/>
              </a:rPr>
              <a:t>In other words, it is a process of </a:t>
            </a:r>
            <a:r>
              <a:rPr lang="en-IN" altLang="en-US" sz="1600" u="sng" dirty="0">
                <a:latin typeface="-apple-system"/>
              </a:rPr>
              <a:t>transforming high-dimensional data into a lower-dimensional space</a:t>
            </a:r>
            <a:r>
              <a:rPr lang="en-IN" altLang="en-US" sz="1600" dirty="0">
                <a:latin typeface="-apple-system"/>
              </a:rPr>
              <a:t> that still preserves the essence of the original data.</a:t>
            </a:r>
          </a:p>
          <a:p>
            <a:pPr>
              <a:spcBef>
                <a:spcPct val="20000"/>
              </a:spcBef>
            </a:pPr>
            <a:endParaRPr lang="en-IN" altLang="en-US" sz="1600" dirty="0">
              <a:latin typeface="-apple-system"/>
            </a:endParaRPr>
          </a:p>
          <a:p>
            <a:pPr>
              <a:spcBef>
                <a:spcPct val="20000"/>
              </a:spcBef>
            </a:pPr>
            <a:r>
              <a:rPr lang="en-IN" altLang="en-US" sz="1600" dirty="0">
                <a:latin typeface="-apple-system"/>
              </a:rPr>
              <a:t>The curse of dimensionality is a common problem in machine learning, where the performance of the model deteriorates as the number of features increases. This is because the complexity of the model increases with the number of features, and it becomes more difficult to find a good solution. In addition, high-dimensional data can also lead to overfitting, where the model fits the training data too closely and does not generalize well to new data.</a:t>
            </a:r>
          </a:p>
          <a:p>
            <a:pPr>
              <a:spcBef>
                <a:spcPct val="20000"/>
              </a:spcBef>
            </a:pPr>
            <a:endParaRPr lang="en-IN" altLang="en-US" sz="1600" dirty="0">
              <a:latin typeface="-apple-system"/>
            </a:endParaRPr>
          </a:p>
          <a:p>
            <a:pPr>
              <a:spcBef>
                <a:spcPct val="20000"/>
              </a:spcBef>
            </a:pPr>
            <a:r>
              <a:rPr lang="en-IN" altLang="en-US" sz="1600" dirty="0">
                <a:latin typeface="-apple-system"/>
              </a:rPr>
              <a:t>Dimensionality reduction can help to mitigate these problems by reducing the complexity of the model and improving its general performance. There are two main approaches to dimensionality reduction:- </a:t>
            </a:r>
          </a:p>
          <a:p>
            <a:pPr marL="400050" indent="-400050">
              <a:spcBef>
                <a:spcPct val="20000"/>
              </a:spcBef>
              <a:buAutoNum type="romanLcPeriod"/>
            </a:pPr>
            <a:r>
              <a:rPr lang="en-IN" altLang="en-US" sz="1600" dirty="0">
                <a:latin typeface="-apple-system"/>
              </a:rPr>
              <a:t>Feature Selection - involves selecting a subset of the original features that are most relevant to the problem at hand.</a:t>
            </a:r>
          </a:p>
          <a:p>
            <a:pPr marL="400050" indent="-400050">
              <a:spcBef>
                <a:spcPct val="20000"/>
              </a:spcBef>
              <a:buAutoNum type="romanLcPeriod"/>
            </a:pPr>
            <a:r>
              <a:rPr lang="en-IN" altLang="en-US" sz="1600" dirty="0">
                <a:latin typeface="-apple-system"/>
              </a:rPr>
              <a:t>Feature Extraction - involves creating new features by combining or transforming the original features.</a:t>
            </a:r>
          </a:p>
        </p:txBody>
      </p:sp>
    </p:spTree>
    <p:extLst>
      <p:ext uri="{BB962C8B-B14F-4D97-AF65-F5344CB8AC3E}">
        <p14:creationId xmlns:p14="http://schemas.microsoft.com/office/powerpoint/2010/main" val="244778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7DE54B-A464-D734-8FE9-942BB182894E}"/>
              </a:ext>
            </a:extLst>
          </p:cNvPr>
          <p:cNvSpPr/>
          <p:nvPr/>
        </p:nvSpPr>
        <p:spPr>
          <a:xfrm>
            <a:off x="0" y="-15875"/>
            <a:ext cx="121920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latin typeface="Britannic Bold" panose="020F0502020204030204" pitchFamily="34" charset="0"/>
              </a:rPr>
              <a:t>Some Dimensionality Reduction Techniques</a:t>
            </a:r>
          </a:p>
        </p:txBody>
      </p:sp>
      <p:sp>
        <p:nvSpPr>
          <p:cNvPr id="2" name="Rectangle: Rounded Corners 1">
            <a:extLst>
              <a:ext uri="{FF2B5EF4-FFF2-40B4-BE49-F238E27FC236}">
                <a16:creationId xmlns:a16="http://schemas.microsoft.com/office/drawing/2014/main" id="{C0F6D57E-E2FA-C194-8E93-5DEEB2E6407A}"/>
              </a:ext>
            </a:extLst>
          </p:cNvPr>
          <p:cNvSpPr/>
          <p:nvPr/>
        </p:nvSpPr>
        <p:spPr>
          <a:xfrm>
            <a:off x="4777873" y="1426577"/>
            <a:ext cx="2636253" cy="5771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Dimensionality Reduction Techniques</a:t>
            </a:r>
          </a:p>
        </p:txBody>
      </p:sp>
      <p:sp>
        <p:nvSpPr>
          <p:cNvPr id="4" name="Rectangle: Rounded Corners 3">
            <a:extLst>
              <a:ext uri="{FF2B5EF4-FFF2-40B4-BE49-F238E27FC236}">
                <a16:creationId xmlns:a16="http://schemas.microsoft.com/office/drawing/2014/main" id="{C3BBAB25-FA6E-A91D-2A50-6C33B6D17B92}"/>
              </a:ext>
            </a:extLst>
          </p:cNvPr>
          <p:cNvSpPr/>
          <p:nvPr/>
        </p:nvSpPr>
        <p:spPr>
          <a:xfrm>
            <a:off x="1549065" y="2968788"/>
            <a:ext cx="1746919" cy="6108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Feature Selection</a:t>
            </a:r>
          </a:p>
        </p:txBody>
      </p:sp>
      <p:sp>
        <p:nvSpPr>
          <p:cNvPr id="5" name="Rectangle: Rounded Corners 4">
            <a:extLst>
              <a:ext uri="{FF2B5EF4-FFF2-40B4-BE49-F238E27FC236}">
                <a16:creationId xmlns:a16="http://schemas.microsoft.com/office/drawing/2014/main" id="{3A400BF3-FABD-BCDE-D5E3-C24D8DB72AEF}"/>
              </a:ext>
            </a:extLst>
          </p:cNvPr>
          <p:cNvSpPr/>
          <p:nvPr/>
        </p:nvSpPr>
        <p:spPr>
          <a:xfrm>
            <a:off x="7587916" y="2974887"/>
            <a:ext cx="1635627" cy="6047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Feature Extraction</a:t>
            </a:r>
          </a:p>
        </p:txBody>
      </p:sp>
      <p:sp>
        <p:nvSpPr>
          <p:cNvPr id="11" name="Rectangle: Rounded Corners 10">
            <a:extLst>
              <a:ext uri="{FF2B5EF4-FFF2-40B4-BE49-F238E27FC236}">
                <a16:creationId xmlns:a16="http://schemas.microsoft.com/office/drawing/2014/main" id="{901712A5-5A22-36CB-F1E2-5D8667076974}"/>
              </a:ext>
            </a:extLst>
          </p:cNvPr>
          <p:cNvSpPr/>
          <p:nvPr/>
        </p:nvSpPr>
        <p:spPr>
          <a:xfrm>
            <a:off x="960689" y="4116201"/>
            <a:ext cx="2923673" cy="1957137"/>
          </a:xfrm>
          <a:prstGeom prst="roundRect">
            <a:avLst>
              <a:gd name="adj" fmla="val 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sz="1600" dirty="0">
                <a:solidFill>
                  <a:schemeClr val="accent1"/>
                </a:solidFill>
              </a:rPr>
              <a:t>Missing Value Ratio</a:t>
            </a:r>
          </a:p>
          <a:p>
            <a:pPr marL="285750" indent="-285750">
              <a:buFont typeface="Arial" panose="020B0604020202020204" pitchFamily="34" charset="0"/>
              <a:buChar char="•"/>
            </a:pPr>
            <a:r>
              <a:rPr lang="en-IN" sz="1600" dirty="0">
                <a:solidFill>
                  <a:schemeClr val="accent1"/>
                </a:solidFill>
              </a:rPr>
              <a:t>Low Variance Filter</a:t>
            </a:r>
          </a:p>
          <a:p>
            <a:pPr marL="285750" indent="-285750">
              <a:buFont typeface="Arial" panose="020B0604020202020204" pitchFamily="34" charset="0"/>
              <a:buChar char="•"/>
            </a:pPr>
            <a:r>
              <a:rPr lang="en-IN" sz="1600" dirty="0">
                <a:solidFill>
                  <a:schemeClr val="accent1"/>
                </a:solidFill>
              </a:rPr>
              <a:t>High Correlation Filter</a:t>
            </a:r>
          </a:p>
          <a:p>
            <a:pPr marL="285750" indent="-285750">
              <a:buFont typeface="Arial" panose="020B0604020202020204" pitchFamily="34" charset="0"/>
              <a:buChar char="•"/>
            </a:pPr>
            <a:r>
              <a:rPr lang="en-IN" sz="1600" dirty="0">
                <a:solidFill>
                  <a:schemeClr val="accent1"/>
                </a:solidFill>
              </a:rPr>
              <a:t>Random Forest</a:t>
            </a:r>
          </a:p>
          <a:p>
            <a:pPr marL="285750" indent="-285750">
              <a:buFont typeface="Arial" panose="020B0604020202020204" pitchFamily="34" charset="0"/>
              <a:buChar char="•"/>
            </a:pPr>
            <a:r>
              <a:rPr lang="en-IN" sz="1600" b="1" dirty="0">
                <a:solidFill>
                  <a:schemeClr val="accent1"/>
                </a:solidFill>
              </a:rPr>
              <a:t>Backward and Forward Feature Extraction</a:t>
            </a:r>
          </a:p>
        </p:txBody>
      </p:sp>
      <p:cxnSp>
        <p:nvCxnSpPr>
          <p:cNvPr id="14" name="Straight Arrow Connector 13">
            <a:extLst>
              <a:ext uri="{FF2B5EF4-FFF2-40B4-BE49-F238E27FC236}">
                <a16:creationId xmlns:a16="http://schemas.microsoft.com/office/drawing/2014/main" id="{DCC8348D-6C31-7515-A16F-03DB476686BF}"/>
              </a:ext>
            </a:extLst>
          </p:cNvPr>
          <p:cNvCxnSpPr>
            <a:cxnSpLocks/>
            <a:stCxn id="4" idx="2"/>
            <a:endCxn id="11" idx="0"/>
          </p:cNvCxnSpPr>
          <p:nvPr/>
        </p:nvCxnSpPr>
        <p:spPr>
          <a:xfrm>
            <a:off x="2422525" y="3579683"/>
            <a:ext cx="1" cy="5365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231A57C7-706E-4569-59F7-E30660DE378D}"/>
              </a:ext>
            </a:extLst>
          </p:cNvPr>
          <p:cNvSpPr/>
          <p:nvPr/>
        </p:nvSpPr>
        <p:spPr>
          <a:xfrm>
            <a:off x="6037345" y="3847942"/>
            <a:ext cx="1042905" cy="5280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Factor Based</a:t>
            </a:r>
          </a:p>
        </p:txBody>
      </p:sp>
      <p:sp>
        <p:nvSpPr>
          <p:cNvPr id="18" name="Rectangle: Rounded Corners 17">
            <a:extLst>
              <a:ext uri="{FF2B5EF4-FFF2-40B4-BE49-F238E27FC236}">
                <a16:creationId xmlns:a16="http://schemas.microsoft.com/office/drawing/2014/main" id="{F8EF7116-65D9-7886-0F89-B396B50089E2}"/>
              </a:ext>
            </a:extLst>
          </p:cNvPr>
          <p:cNvSpPr/>
          <p:nvPr/>
        </p:nvSpPr>
        <p:spPr>
          <a:xfrm>
            <a:off x="9713829" y="3847942"/>
            <a:ext cx="1042904" cy="5776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Projection Based</a:t>
            </a:r>
          </a:p>
        </p:txBody>
      </p:sp>
      <p:sp>
        <p:nvSpPr>
          <p:cNvPr id="20" name="Rectangle: Rounded Corners 19">
            <a:extLst>
              <a:ext uri="{FF2B5EF4-FFF2-40B4-BE49-F238E27FC236}">
                <a16:creationId xmlns:a16="http://schemas.microsoft.com/office/drawing/2014/main" id="{08C67B58-8567-AF51-FF09-B8473F2757C8}"/>
              </a:ext>
            </a:extLst>
          </p:cNvPr>
          <p:cNvSpPr/>
          <p:nvPr/>
        </p:nvSpPr>
        <p:spPr>
          <a:xfrm>
            <a:off x="4890713" y="5157338"/>
            <a:ext cx="3336167" cy="916000"/>
          </a:xfrm>
          <a:prstGeom prst="roundRect">
            <a:avLst>
              <a:gd name="adj" fmla="val 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sz="1500" b="1" dirty="0">
                <a:solidFill>
                  <a:schemeClr val="accent1"/>
                </a:solidFill>
              </a:rPr>
              <a:t>Factor Analysis</a:t>
            </a:r>
          </a:p>
          <a:p>
            <a:pPr marL="285750" indent="-285750">
              <a:buFont typeface="Arial" panose="020B0604020202020204" pitchFamily="34" charset="0"/>
              <a:buChar char="•"/>
            </a:pPr>
            <a:r>
              <a:rPr lang="en-IN" sz="1500" b="1" dirty="0">
                <a:solidFill>
                  <a:schemeClr val="accent1"/>
                </a:solidFill>
              </a:rPr>
              <a:t>Principal Component Analysis</a:t>
            </a:r>
          </a:p>
          <a:p>
            <a:pPr marL="285750" indent="-285750">
              <a:buFont typeface="Arial" panose="020B0604020202020204" pitchFamily="34" charset="0"/>
              <a:buChar char="•"/>
            </a:pPr>
            <a:r>
              <a:rPr lang="en-IN" sz="1500" dirty="0">
                <a:solidFill>
                  <a:schemeClr val="accent1"/>
                </a:solidFill>
              </a:rPr>
              <a:t>Independent Component Analysis</a:t>
            </a:r>
          </a:p>
          <a:p>
            <a:pPr marL="285750" indent="-285750">
              <a:buFont typeface="Arial" panose="020B0604020202020204" pitchFamily="34" charset="0"/>
              <a:buChar char="•"/>
            </a:pPr>
            <a:r>
              <a:rPr lang="en-IN" sz="1500" dirty="0">
                <a:solidFill>
                  <a:schemeClr val="accent1"/>
                </a:solidFill>
              </a:rPr>
              <a:t>Singular Value Decomposition</a:t>
            </a:r>
          </a:p>
        </p:txBody>
      </p:sp>
      <p:sp>
        <p:nvSpPr>
          <p:cNvPr id="21" name="Rectangle: Rounded Corners 20">
            <a:extLst>
              <a:ext uri="{FF2B5EF4-FFF2-40B4-BE49-F238E27FC236}">
                <a16:creationId xmlns:a16="http://schemas.microsoft.com/office/drawing/2014/main" id="{66F3A312-64C1-AAD4-CDFD-50E7CC3DDC9E}"/>
              </a:ext>
            </a:extLst>
          </p:cNvPr>
          <p:cNvSpPr/>
          <p:nvPr/>
        </p:nvSpPr>
        <p:spPr>
          <a:xfrm>
            <a:off x="9563471" y="5157338"/>
            <a:ext cx="1337844" cy="917404"/>
          </a:xfrm>
          <a:prstGeom prst="roundRect">
            <a:avLst>
              <a:gd name="adj" fmla="val 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sz="1600" dirty="0">
                <a:solidFill>
                  <a:schemeClr val="accent1"/>
                </a:solidFill>
              </a:rPr>
              <a:t>ISOMAP</a:t>
            </a:r>
          </a:p>
          <a:p>
            <a:pPr marL="285750" indent="-285750">
              <a:buFont typeface="Arial" panose="020B0604020202020204" pitchFamily="34" charset="0"/>
              <a:buChar char="•"/>
            </a:pPr>
            <a:r>
              <a:rPr lang="en-IN" sz="1600" dirty="0">
                <a:solidFill>
                  <a:schemeClr val="accent1"/>
                </a:solidFill>
              </a:rPr>
              <a:t>t-SNE</a:t>
            </a:r>
          </a:p>
          <a:p>
            <a:pPr marL="285750" indent="-285750">
              <a:buFont typeface="Arial" panose="020B0604020202020204" pitchFamily="34" charset="0"/>
              <a:buChar char="•"/>
            </a:pPr>
            <a:r>
              <a:rPr lang="en-IN" sz="1600" b="1" dirty="0">
                <a:solidFill>
                  <a:schemeClr val="accent1"/>
                </a:solidFill>
              </a:rPr>
              <a:t>UMAP</a:t>
            </a:r>
          </a:p>
        </p:txBody>
      </p:sp>
      <p:cxnSp>
        <p:nvCxnSpPr>
          <p:cNvPr id="46" name="Straight Arrow Connector 45">
            <a:extLst>
              <a:ext uri="{FF2B5EF4-FFF2-40B4-BE49-F238E27FC236}">
                <a16:creationId xmlns:a16="http://schemas.microsoft.com/office/drawing/2014/main" id="{188661C1-D66B-69B3-A806-598EC6DA8A23}"/>
              </a:ext>
            </a:extLst>
          </p:cNvPr>
          <p:cNvCxnSpPr>
            <a:stCxn id="18" idx="2"/>
            <a:endCxn id="21" idx="0"/>
          </p:cNvCxnSpPr>
          <p:nvPr/>
        </p:nvCxnSpPr>
        <p:spPr>
          <a:xfrm flipH="1">
            <a:off x="10232393" y="4425576"/>
            <a:ext cx="2888" cy="7317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3FF72357-887F-D4FC-F94C-91624A6CB476}"/>
              </a:ext>
            </a:extLst>
          </p:cNvPr>
          <p:cNvCxnSpPr>
            <a:cxnSpLocks/>
            <a:stCxn id="17" idx="2"/>
            <a:endCxn id="20" idx="0"/>
          </p:cNvCxnSpPr>
          <p:nvPr/>
        </p:nvCxnSpPr>
        <p:spPr>
          <a:xfrm flipH="1">
            <a:off x="6558797" y="4375994"/>
            <a:ext cx="1" cy="7813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5D26D80F-E3D2-3B74-D80B-DBF3AC54A2B7}"/>
              </a:ext>
            </a:extLst>
          </p:cNvPr>
          <p:cNvCxnSpPr>
            <a:stCxn id="2" idx="2"/>
            <a:endCxn id="5" idx="0"/>
          </p:cNvCxnSpPr>
          <p:nvPr/>
        </p:nvCxnSpPr>
        <p:spPr>
          <a:xfrm rot="16200000" flipH="1">
            <a:off x="6765301" y="1334458"/>
            <a:ext cx="971128" cy="230973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Connector: Elbow 56">
            <a:extLst>
              <a:ext uri="{FF2B5EF4-FFF2-40B4-BE49-F238E27FC236}">
                <a16:creationId xmlns:a16="http://schemas.microsoft.com/office/drawing/2014/main" id="{084168FE-0B6C-DCF0-3BF0-E1E958012660}"/>
              </a:ext>
            </a:extLst>
          </p:cNvPr>
          <p:cNvCxnSpPr>
            <a:cxnSpLocks/>
            <a:stCxn id="2" idx="2"/>
            <a:endCxn id="4" idx="0"/>
          </p:cNvCxnSpPr>
          <p:nvPr/>
        </p:nvCxnSpPr>
        <p:spPr>
          <a:xfrm rot="5400000">
            <a:off x="3776749" y="649536"/>
            <a:ext cx="965029" cy="3673475"/>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7" name="Connector: Elbow 276">
            <a:extLst>
              <a:ext uri="{FF2B5EF4-FFF2-40B4-BE49-F238E27FC236}">
                <a16:creationId xmlns:a16="http://schemas.microsoft.com/office/drawing/2014/main" id="{50BD5CDA-CD40-478C-6460-EFF28F7BF70B}"/>
              </a:ext>
            </a:extLst>
          </p:cNvPr>
          <p:cNvCxnSpPr>
            <a:stCxn id="5" idx="2"/>
            <a:endCxn id="17" idx="0"/>
          </p:cNvCxnSpPr>
          <p:nvPr/>
        </p:nvCxnSpPr>
        <p:spPr>
          <a:xfrm rot="5400000">
            <a:off x="7348135" y="2790346"/>
            <a:ext cx="268259" cy="184693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9" name="Connector: Elbow 278">
            <a:extLst>
              <a:ext uri="{FF2B5EF4-FFF2-40B4-BE49-F238E27FC236}">
                <a16:creationId xmlns:a16="http://schemas.microsoft.com/office/drawing/2014/main" id="{6FA3B20B-04B4-54F1-F435-0D15B9D337DE}"/>
              </a:ext>
            </a:extLst>
          </p:cNvPr>
          <p:cNvCxnSpPr>
            <a:stCxn id="5" idx="2"/>
            <a:endCxn id="18" idx="0"/>
          </p:cNvCxnSpPr>
          <p:nvPr/>
        </p:nvCxnSpPr>
        <p:spPr>
          <a:xfrm rot="16200000" flipH="1">
            <a:off x="9186376" y="2799036"/>
            <a:ext cx="268259" cy="182955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54" name="Group 53">
            <a:extLst>
              <a:ext uri="{FF2B5EF4-FFF2-40B4-BE49-F238E27FC236}">
                <a16:creationId xmlns:a16="http://schemas.microsoft.com/office/drawing/2014/main" id="{01AB671B-B461-80B9-268F-50E578126D32}"/>
              </a:ext>
            </a:extLst>
          </p:cNvPr>
          <p:cNvGrpSpPr/>
          <p:nvPr/>
        </p:nvGrpSpPr>
        <p:grpSpPr>
          <a:xfrm>
            <a:off x="4950625" y="6107229"/>
            <a:ext cx="3520080" cy="707760"/>
            <a:chOff x="4950625" y="6107229"/>
            <a:chExt cx="3520080" cy="70776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6007D413-C79C-49AA-D81D-D5A8685D5F9B}"/>
                    </a:ext>
                  </a:extLst>
                </p14:cNvPr>
                <p14:cNvContentPartPr/>
                <p14:nvPr/>
              </p14:nvContentPartPr>
              <p14:xfrm>
                <a:off x="4950625" y="6250869"/>
                <a:ext cx="9720" cy="176040"/>
              </p14:xfrm>
            </p:contentPart>
          </mc:Choice>
          <mc:Fallback>
            <p:pic>
              <p:nvPicPr>
                <p:cNvPr id="3" name="Ink 2">
                  <a:extLst>
                    <a:ext uri="{FF2B5EF4-FFF2-40B4-BE49-F238E27FC236}">
                      <a16:creationId xmlns:a16="http://schemas.microsoft.com/office/drawing/2014/main" id="{6007D413-C79C-49AA-D81D-D5A8685D5F9B}"/>
                    </a:ext>
                  </a:extLst>
                </p:cNvPr>
                <p:cNvPicPr/>
                <p:nvPr/>
              </p:nvPicPr>
              <p:blipFill>
                <a:blip r:embed="rId3"/>
                <a:stretch>
                  <a:fillRect/>
                </a:stretch>
              </p:blipFill>
              <p:spPr>
                <a:xfrm>
                  <a:off x="4946305" y="6246549"/>
                  <a:ext cx="1836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3AE399D3-8DB7-0DB1-276F-6DAE3C48481C}"/>
                    </a:ext>
                  </a:extLst>
                </p14:cNvPr>
                <p14:cNvContentPartPr/>
                <p14:nvPr/>
              </p14:nvContentPartPr>
              <p14:xfrm>
                <a:off x="4968985" y="6242589"/>
                <a:ext cx="106560" cy="165240"/>
              </p14:xfrm>
            </p:contentPart>
          </mc:Choice>
          <mc:Fallback>
            <p:pic>
              <p:nvPicPr>
                <p:cNvPr id="6" name="Ink 5">
                  <a:extLst>
                    <a:ext uri="{FF2B5EF4-FFF2-40B4-BE49-F238E27FC236}">
                      <a16:creationId xmlns:a16="http://schemas.microsoft.com/office/drawing/2014/main" id="{3AE399D3-8DB7-0DB1-276F-6DAE3C48481C}"/>
                    </a:ext>
                  </a:extLst>
                </p:cNvPr>
                <p:cNvPicPr/>
                <p:nvPr/>
              </p:nvPicPr>
              <p:blipFill>
                <a:blip r:embed="rId5"/>
                <a:stretch>
                  <a:fillRect/>
                </a:stretch>
              </p:blipFill>
              <p:spPr>
                <a:xfrm>
                  <a:off x="4964665" y="6238269"/>
                  <a:ext cx="11520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9B782C3B-384F-17E4-75EC-B2268F117424}"/>
                    </a:ext>
                  </a:extLst>
                </p14:cNvPr>
                <p14:cNvContentPartPr/>
                <p14:nvPr/>
              </p14:nvContentPartPr>
              <p14:xfrm>
                <a:off x="5106145" y="6308469"/>
                <a:ext cx="102240" cy="72360"/>
              </p14:xfrm>
            </p:contentPart>
          </mc:Choice>
          <mc:Fallback>
            <p:pic>
              <p:nvPicPr>
                <p:cNvPr id="7" name="Ink 6">
                  <a:extLst>
                    <a:ext uri="{FF2B5EF4-FFF2-40B4-BE49-F238E27FC236}">
                      <a16:creationId xmlns:a16="http://schemas.microsoft.com/office/drawing/2014/main" id="{9B782C3B-384F-17E4-75EC-B2268F117424}"/>
                    </a:ext>
                  </a:extLst>
                </p:cNvPr>
                <p:cNvPicPr/>
                <p:nvPr/>
              </p:nvPicPr>
              <p:blipFill>
                <a:blip r:embed="rId7"/>
                <a:stretch>
                  <a:fillRect/>
                </a:stretch>
              </p:blipFill>
              <p:spPr>
                <a:xfrm>
                  <a:off x="5101825" y="6304149"/>
                  <a:ext cx="11088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F5C019B7-04D6-3562-DA1C-872B0E1EC0E6}"/>
                    </a:ext>
                  </a:extLst>
                </p14:cNvPr>
                <p14:cNvContentPartPr/>
                <p14:nvPr/>
              </p14:nvContentPartPr>
              <p14:xfrm>
                <a:off x="5205865" y="6223149"/>
                <a:ext cx="159120" cy="175320"/>
              </p14:xfrm>
            </p:contentPart>
          </mc:Choice>
          <mc:Fallback>
            <p:pic>
              <p:nvPicPr>
                <p:cNvPr id="8" name="Ink 7">
                  <a:extLst>
                    <a:ext uri="{FF2B5EF4-FFF2-40B4-BE49-F238E27FC236}">
                      <a16:creationId xmlns:a16="http://schemas.microsoft.com/office/drawing/2014/main" id="{F5C019B7-04D6-3562-DA1C-872B0E1EC0E6}"/>
                    </a:ext>
                  </a:extLst>
                </p:cNvPr>
                <p:cNvPicPr/>
                <p:nvPr/>
              </p:nvPicPr>
              <p:blipFill>
                <a:blip r:embed="rId9"/>
                <a:stretch>
                  <a:fillRect/>
                </a:stretch>
              </p:blipFill>
              <p:spPr>
                <a:xfrm>
                  <a:off x="5201545" y="6218829"/>
                  <a:ext cx="16776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F8DC5EC0-111D-D76A-5937-13995D2ECD8B}"/>
                    </a:ext>
                  </a:extLst>
                </p14:cNvPr>
                <p14:cNvContentPartPr/>
                <p14:nvPr/>
              </p14:nvContentPartPr>
              <p14:xfrm>
                <a:off x="5319985" y="6281829"/>
                <a:ext cx="90720" cy="36360"/>
              </p14:xfrm>
            </p:contentPart>
          </mc:Choice>
          <mc:Fallback>
            <p:pic>
              <p:nvPicPr>
                <p:cNvPr id="10" name="Ink 9">
                  <a:extLst>
                    <a:ext uri="{FF2B5EF4-FFF2-40B4-BE49-F238E27FC236}">
                      <a16:creationId xmlns:a16="http://schemas.microsoft.com/office/drawing/2014/main" id="{F8DC5EC0-111D-D76A-5937-13995D2ECD8B}"/>
                    </a:ext>
                  </a:extLst>
                </p:cNvPr>
                <p:cNvPicPr/>
                <p:nvPr/>
              </p:nvPicPr>
              <p:blipFill>
                <a:blip r:embed="rId11"/>
                <a:stretch>
                  <a:fillRect/>
                </a:stretch>
              </p:blipFill>
              <p:spPr>
                <a:xfrm>
                  <a:off x="5315665" y="6277509"/>
                  <a:ext cx="9936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2" name="Ink 11">
                  <a:extLst>
                    <a:ext uri="{FF2B5EF4-FFF2-40B4-BE49-F238E27FC236}">
                      <a16:creationId xmlns:a16="http://schemas.microsoft.com/office/drawing/2014/main" id="{907B4C06-F56D-FC2E-CC88-973EEC7FF1A9}"/>
                    </a:ext>
                  </a:extLst>
                </p14:cNvPr>
                <p14:cNvContentPartPr/>
                <p14:nvPr/>
              </p14:nvContentPartPr>
              <p14:xfrm>
                <a:off x="5552545" y="6197589"/>
                <a:ext cx="63000" cy="153720"/>
              </p14:xfrm>
            </p:contentPart>
          </mc:Choice>
          <mc:Fallback>
            <p:pic>
              <p:nvPicPr>
                <p:cNvPr id="12" name="Ink 11">
                  <a:extLst>
                    <a:ext uri="{FF2B5EF4-FFF2-40B4-BE49-F238E27FC236}">
                      <a16:creationId xmlns:a16="http://schemas.microsoft.com/office/drawing/2014/main" id="{907B4C06-F56D-FC2E-CC88-973EEC7FF1A9}"/>
                    </a:ext>
                  </a:extLst>
                </p:cNvPr>
                <p:cNvPicPr/>
                <p:nvPr/>
              </p:nvPicPr>
              <p:blipFill>
                <a:blip r:embed="rId13"/>
                <a:stretch>
                  <a:fillRect/>
                </a:stretch>
              </p:blipFill>
              <p:spPr>
                <a:xfrm>
                  <a:off x="5548225" y="6193269"/>
                  <a:ext cx="7164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3" name="Ink 12">
                  <a:extLst>
                    <a:ext uri="{FF2B5EF4-FFF2-40B4-BE49-F238E27FC236}">
                      <a16:creationId xmlns:a16="http://schemas.microsoft.com/office/drawing/2014/main" id="{2F2DCD07-4EE7-A306-FE8C-84D5ECBCCA63}"/>
                    </a:ext>
                  </a:extLst>
                </p14:cNvPr>
                <p14:cNvContentPartPr/>
                <p14:nvPr/>
              </p14:nvContentPartPr>
              <p14:xfrm>
                <a:off x="5644345" y="6271389"/>
                <a:ext cx="110160" cy="113040"/>
              </p14:xfrm>
            </p:contentPart>
          </mc:Choice>
          <mc:Fallback>
            <p:pic>
              <p:nvPicPr>
                <p:cNvPr id="13" name="Ink 12">
                  <a:extLst>
                    <a:ext uri="{FF2B5EF4-FFF2-40B4-BE49-F238E27FC236}">
                      <a16:creationId xmlns:a16="http://schemas.microsoft.com/office/drawing/2014/main" id="{2F2DCD07-4EE7-A306-FE8C-84D5ECBCCA63}"/>
                    </a:ext>
                  </a:extLst>
                </p:cNvPr>
                <p:cNvPicPr/>
                <p:nvPr/>
              </p:nvPicPr>
              <p:blipFill>
                <a:blip r:embed="rId15"/>
                <a:stretch>
                  <a:fillRect/>
                </a:stretch>
              </p:blipFill>
              <p:spPr>
                <a:xfrm>
                  <a:off x="5640025" y="6267069"/>
                  <a:ext cx="11880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5" name="Ink 14">
                  <a:extLst>
                    <a:ext uri="{FF2B5EF4-FFF2-40B4-BE49-F238E27FC236}">
                      <a16:creationId xmlns:a16="http://schemas.microsoft.com/office/drawing/2014/main" id="{224569F3-97B1-597E-235B-1C63F281F932}"/>
                    </a:ext>
                  </a:extLst>
                </p14:cNvPr>
                <p14:cNvContentPartPr/>
                <p14:nvPr/>
              </p14:nvContentPartPr>
              <p14:xfrm>
                <a:off x="5901745" y="6253029"/>
                <a:ext cx="10080" cy="91440"/>
              </p14:xfrm>
            </p:contentPart>
          </mc:Choice>
          <mc:Fallback>
            <p:pic>
              <p:nvPicPr>
                <p:cNvPr id="15" name="Ink 14">
                  <a:extLst>
                    <a:ext uri="{FF2B5EF4-FFF2-40B4-BE49-F238E27FC236}">
                      <a16:creationId xmlns:a16="http://schemas.microsoft.com/office/drawing/2014/main" id="{224569F3-97B1-597E-235B-1C63F281F932}"/>
                    </a:ext>
                  </a:extLst>
                </p:cNvPr>
                <p:cNvPicPr/>
                <p:nvPr/>
              </p:nvPicPr>
              <p:blipFill>
                <a:blip r:embed="rId17"/>
                <a:stretch>
                  <a:fillRect/>
                </a:stretch>
              </p:blipFill>
              <p:spPr>
                <a:xfrm>
                  <a:off x="5897425" y="6248709"/>
                  <a:ext cx="1872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6" name="Ink 15">
                  <a:extLst>
                    <a:ext uri="{FF2B5EF4-FFF2-40B4-BE49-F238E27FC236}">
                      <a16:creationId xmlns:a16="http://schemas.microsoft.com/office/drawing/2014/main" id="{9C6B0C0D-CA09-75F2-017C-25F8866ECF7C}"/>
                    </a:ext>
                  </a:extLst>
                </p14:cNvPr>
                <p14:cNvContentPartPr/>
                <p14:nvPr/>
              </p14:nvContentPartPr>
              <p14:xfrm>
                <a:off x="5892385" y="6187869"/>
                <a:ext cx="4320" cy="13320"/>
              </p14:xfrm>
            </p:contentPart>
          </mc:Choice>
          <mc:Fallback>
            <p:pic>
              <p:nvPicPr>
                <p:cNvPr id="16" name="Ink 15">
                  <a:extLst>
                    <a:ext uri="{FF2B5EF4-FFF2-40B4-BE49-F238E27FC236}">
                      <a16:creationId xmlns:a16="http://schemas.microsoft.com/office/drawing/2014/main" id="{9C6B0C0D-CA09-75F2-017C-25F8866ECF7C}"/>
                    </a:ext>
                  </a:extLst>
                </p:cNvPr>
                <p:cNvPicPr/>
                <p:nvPr/>
              </p:nvPicPr>
              <p:blipFill>
                <a:blip r:embed="rId19"/>
                <a:stretch>
                  <a:fillRect/>
                </a:stretch>
              </p:blipFill>
              <p:spPr>
                <a:xfrm>
                  <a:off x="5888065" y="6183549"/>
                  <a:ext cx="1296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9" name="Ink 18">
                  <a:extLst>
                    <a:ext uri="{FF2B5EF4-FFF2-40B4-BE49-F238E27FC236}">
                      <a16:creationId xmlns:a16="http://schemas.microsoft.com/office/drawing/2014/main" id="{8AC72FC2-6EBB-5D18-2727-E59FFC3A1840}"/>
                    </a:ext>
                  </a:extLst>
                </p14:cNvPr>
                <p14:cNvContentPartPr/>
                <p14:nvPr/>
              </p14:nvContentPartPr>
              <p14:xfrm>
                <a:off x="5951785" y="6248349"/>
                <a:ext cx="96480" cy="92160"/>
              </p14:xfrm>
            </p:contentPart>
          </mc:Choice>
          <mc:Fallback>
            <p:pic>
              <p:nvPicPr>
                <p:cNvPr id="19" name="Ink 18">
                  <a:extLst>
                    <a:ext uri="{FF2B5EF4-FFF2-40B4-BE49-F238E27FC236}">
                      <a16:creationId xmlns:a16="http://schemas.microsoft.com/office/drawing/2014/main" id="{8AC72FC2-6EBB-5D18-2727-E59FFC3A1840}"/>
                    </a:ext>
                  </a:extLst>
                </p:cNvPr>
                <p:cNvPicPr/>
                <p:nvPr/>
              </p:nvPicPr>
              <p:blipFill>
                <a:blip r:embed="rId21"/>
                <a:stretch>
                  <a:fillRect/>
                </a:stretch>
              </p:blipFill>
              <p:spPr>
                <a:xfrm>
                  <a:off x="5947465" y="6244029"/>
                  <a:ext cx="10512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2" name="Ink 21">
                  <a:extLst>
                    <a:ext uri="{FF2B5EF4-FFF2-40B4-BE49-F238E27FC236}">
                      <a16:creationId xmlns:a16="http://schemas.microsoft.com/office/drawing/2014/main" id="{CB31D747-A993-96DB-511E-78D4410B9EF3}"/>
                    </a:ext>
                  </a:extLst>
                </p14:cNvPr>
                <p14:cNvContentPartPr/>
                <p14:nvPr/>
              </p14:nvContentPartPr>
              <p14:xfrm>
                <a:off x="6081745" y="6225309"/>
                <a:ext cx="61200" cy="113760"/>
              </p14:xfrm>
            </p:contentPart>
          </mc:Choice>
          <mc:Fallback>
            <p:pic>
              <p:nvPicPr>
                <p:cNvPr id="22" name="Ink 21">
                  <a:extLst>
                    <a:ext uri="{FF2B5EF4-FFF2-40B4-BE49-F238E27FC236}">
                      <a16:creationId xmlns:a16="http://schemas.microsoft.com/office/drawing/2014/main" id="{CB31D747-A993-96DB-511E-78D4410B9EF3}"/>
                    </a:ext>
                  </a:extLst>
                </p:cNvPr>
                <p:cNvPicPr/>
                <p:nvPr/>
              </p:nvPicPr>
              <p:blipFill>
                <a:blip r:embed="rId23"/>
                <a:stretch>
                  <a:fillRect/>
                </a:stretch>
              </p:blipFill>
              <p:spPr>
                <a:xfrm>
                  <a:off x="6077425" y="6220629"/>
                  <a:ext cx="6984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3" name="Ink 22">
                  <a:extLst>
                    <a:ext uri="{FF2B5EF4-FFF2-40B4-BE49-F238E27FC236}">
                      <a16:creationId xmlns:a16="http://schemas.microsoft.com/office/drawing/2014/main" id="{CD478017-897E-2B1F-31E3-6A43A2741D87}"/>
                    </a:ext>
                  </a:extLst>
                </p14:cNvPr>
                <p14:cNvContentPartPr/>
                <p14:nvPr/>
              </p14:nvContentPartPr>
              <p14:xfrm>
                <a:off x="6169225" y="6200829"/>
                <a:ext cx="254520" cy="142920"/>
              </p14:xfrm>
            </p:contentPart>
          </mc:Choice>
          <mc:Fallback>
            <p:pic>
              <p:nvPicPr>
                <p:cNvPr id="23" name="Ink 22">
                  <a:extLst>
                    <a:ext uri="{FF2B5EF4-FFF2-40B4-BE49-F238E27FC236}">
                      <a16:creationId xmlns:a16="http://schemas.microsoft.com/office/drawing/2014/main" id="{CD478017-897E-2B1F-31E3-6A43A2741D87}"/>
                    </a:ext>
                  </a:extLst>
                </p:cNvPr>
                <p:cNvPicPr/>
                <p:nvPr/>
              </p:nvPicPr>
              <p:blipFill>
                <a:blip r:embed="rId25"/>
                <a:stretch>
                  <a:fillRect/>
                </a:stretch>
              </p:blipFill>
              <p:spPr>
                <a:xfrm>
                  <a:off x="6164905" y="6196509"/>
                  <a:ext cx="26316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4" name="Ink 23">
                  <a:extLst>
                    <a:ext uri="{FF2B5EF4-FFF2-40B4-BE49-F238E27FC236}">
                      <a16:creationId xmlns:a16="http://schemas.microsoft.com/office/drawing/2014/main" id="{3DE8DD9D-7D23-D6AB-8A54-7E921D94DE07}"/>
                    </a:ext>
                  </a:extLst>
                </p14:cNvPr>
                <p14:cNvContentPartPr/>
                <p14:nvPr/>
              </p14:nvContentPartPr>
              <p14:xfrm>
                <a:off x="6391705" y="6151509"/>
                <a:ext cx="81720" cy="253800"/>
              </p14:xfrm>
            </p:contentPart>
          </mc:Choice>
          <mc:Fallback>
            <p:pic>
              <p:nvPicPr>
                <p:cNvPr id="24" name="Ink 23">
                  <a:extLst>
                    <a:ext uri="{FF2B5EF4-FFF2-40B4-BE49-F238E27FC236}">
                      <a16:creationId xmlns:a16="http://schemas.microsoft.com/office/drawing/2014/main" id="{3DE8DD9D-7D23-D6AB-8A54-7E921D94DE07}"/>
                    </a:ext>
                  </a:extLst>
                </p:cNvPr>
                <p:cNvPicPr/>
                <p:nvPr/>
              </p:nvPicPr>
              <p:blipFill>
                <a:blip r:embed="rId27"/>
                <a:stretch>
                  <a:fillRect/>
                </a:stretch>
              </p:blipFill>
              <p:spPr>
                <a:xfrm>
                  <a:off x="6387385" y="6147189"/>
                  <a:ext cx="90360" cy="2624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5" name="Ink 24">
                  <a:extLst>
                    <a:ext uri="{FF2B5EF4-FFF2-40B4-BE49-F238E27FC236}">
                      <a16:creationId xmlns:a16="http://schemas.microsoft.com/office/drawing/2014/main" id="{A2B7C4C6-7E26-8B20-0BF3-6C1459BE66C5}"/>
                    </a:ext>
                  </a:extLst>
                </p14:cNvPr>
                <p14:cNvContentPartPr/>
                <p14:nvPr/>
              </p14:nvContentPartPr>
              <p14:xfrm>
                <a:off x="6497905" y="6204789"/>
                <a:ext cx="178200" cy="142560"/>
              </p14:xfrm>
            </p:contentPart>
          </mc:Choice>
          <mc:Fallback>
            <p:pic>
              <p:nvPicPr>
                <p:cNvPr id="25" name="Ink 24">
                  <a:extLst>
                    <a:ext uri="{FF2B5EF4-FFF2-40B4-BE49-F238E27FC236}">
                      <a16:creationId xmlns:a16="http://schemas.microsoft.com/office/drawing/2014/main" id="{A2B7C4C6-7E26-8B20-0BF3-6C1459BE66C5}"/>
                    </a:ext>
                  </a:extLst>
                </p:cNvPr>
                <p:cNvPicPr/>
                <p:nvPr/>
              </p:nvPicPr>
              <p:blipFill>
                <a:blip r:embed="rId29"/>
                <a:stretch>
                  <a:fillRect/>
                </a:stretch>
              </p:blipFill>
              <p:spPr>
                <a:xfrm>
                  <a:off x="6493585" y="6200469"/>
                  <a:ext cx="18684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6" name="Ink 25">
                  <a:extLst>
                    <a:ext uri="{FF2B5EF4-FFF2-40B4-BE49-F238E27FC236}">
                      <a16:creationId xmlns:a16="http://schemas.microsoft.com/office/drawing/2014/main" id="{8A85DE33-6B83-30A0-E01E-6129DF113365}"/>
                    </a:ext>
                  </a:extLst>
                </p14:cNvPr>
                <p14:cNvContentPartPr/>
                <p14:nvPr/>
              </p14:nvContentPartPr>
              <p14:xfrm>
                <a:off x="6612745" y="6188949"/>
                <a:ext cx="112680" cy="128520"/>
              </p14:xfrm>
            </p:contentPart>
          </mc:Choice>
          <mc:Fallback>
            <p:pic>
              <p:nvPicPr>
                <p:cNvPr id="26" name="Ink 25">
                  <a:extLst>
                    <a:ext uri="{FF2B5EF4-FFF2-40B4-BE49-F238E27FC236}">
                      <a16:creationId xmlns:a16="http://schemas.microsoft.com/office/drawing/2014/main" id="{8A85DE33-6B83-30A0-E01E-6129DF113365}"/>
                    </a:ext>
                  </a:extLst>
                </p:cNvPr>
                <p:cNvPicPr/>
                <p:nvPr/>
              </p:nvPicPr>
              <p:blipFill>
                <a:blip r:embed="rId31"/>
                <a:stretch>
                  <a:fillRect/>
                </a:stretch>
              </p:blipFill>
              <p:spPr>
                <a:xfrm>
                  <a:off x="6608425" y="6184629"/>
                  <a:ext cx="12132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7" name="Ink 26">
                  <a:extLst>
                    <a:ext uri="{FF2B5EF4-FFF2-40B4-BE49-F238E27FC236}">
                      <a16:creationId xmlns:a16="http://schemas.microsoft.com/office/drawing/2014/main" id="{13C2E415-D86C-06BF-E599-19961B35E320}"/>
                    </a:ext>
                  </a:extLst>
                </p14:cNvPr>
                <p14:cNvContentPartPr/>
                <p14:nvPr/>
              </p14:nvContentPartPr>
              <p14:xfrm>
                <a:off x="6723265" y="6107229"/>
                <a:ext cx="181440" cy="193680"/>
              </p14:xfrm>
            </p:contentPart>
          </mc:Choice>
          <mc:Fallback>
            <p:pic>
              <p:nvPicPr>
                <p:cNvPr id="27" name="Ink 26">
                  <a:extLst>
                    <a:ext uri="{FF2B5EF4-FFF2-40B4-BE49-F238E27FC236}">
                      <a16:creationId xmlns:a16="http://schemas.microsoft.com/office/drawing/2014/main" id="{13C2E415-D86C-06BF-E599-19961B35E320}"/>
                    </a:ext>
                  </a:extLst>
                </p:cNvPr>
                <p:cNvPicPr/>
                <p:nvPr/>
              </p:nvPicPr>
              <p:blipFill>
                <a:blip r:embed="rId33"/>
                <a:stretch>
                  <a:fillRect/>
                </a:stretch>
              </p:blipFill>
              <p:spPr>
                <a:xfrm>
                  <a:off x="6718945" y="6102909"/>
                  <a:ext cx="19008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8" name="Ink 27">
                  <a:extLst>
                    <a:ext uri="{FF2B5EF4-FFF2-40B4-BE49-F238E27FC236}">
                      <a16:creationId xmlns:a16="http://schemas.microsoft.com/office/drawing/2014/main" id="{D571A1C3-C9CE-8E71-C0E1-A33E036D0AC9}"/>
                    </a:ext>
                  </a:extLst>
                </p14:cNvPr>
                <p14:cNvContentPartPr/>
                <p14:nvPr/>
              </p14:nvContentPartPr>
              <p14:xfrm>
                <a:off x="6889945" y="6201189"/>
                <a:ext cx="37440" cy="6120"/>
              </p14:xfrm>
            </p:contentPart>
          </mc:Choice>
          <mc:Fallback>
            <p:pic>
              <p:nvPicPr>
                <p:cNvPr id="28" name="Ink 27">
                  <a:extLst>
                    <a:ext uri="{FF2B5EF4-FFF2-40B4-BE49-F238E27FC236}">
                      <a16:creationId xmlns:a16="http://schemas.microsoft.com/office/drawing/2014/main" id="{D571A1C3-C9CE-8E71-C0E1-A33E036D0AC9}"/>
                    </a:ext>
                  </a:extLst>
                </p:cNvPr>
                <p:cNvPicPr/>
                <p:nvPr/>
              </p:nvPicPr>
              <p:blipFill>
                <a:blip r:embed="rId35"/>
                <a:stretch>
                  <a:fillRect/>
                </a:stretch>
              </p:blipFill>
              <p:spPr>
                <a:xfrm>
                  <a:off x="6885625" y="6196869"/>
                  <a:ext cx="46080" cy="147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9" name="Ink 28">
                  <a:extLst>
                    <a:ext uri="{FF2B5EF4-FFF2-40B4-BE49-F238E27FC236}">
                      <a16:creationId xmlns:a16="http://schemas.microsoft.com/office/drawing/2014/main" id="{8CDDBCA5-9155-5B59-C1D6-6D029FCCC054}"/>
                    </a:ext>
                  </a:extLst>
                </p14:cNvPr>
                <p14:cNvContentPartPr/>
                <p14:nvPr/>
              </p14:nvContentPartPr>
              <p14:xfrm>
                <a:off x="6943585" y="6197589"/>
                <a:ext cx="91440" cy="107640"/>
              </p14:xfrm>
            </p:contentPart>
          </mc:Choice>
          <mc:Fallback>
            <p:pic>
              <p:nvPicPr>
                <p:cNvPr id="29" name="Ink 28">
                  <a:extLst>
                    <a:ext uri="{FF2B5EF4-FFF2-40B4-BE49-F238E27FC236}">
                      <a16:creationId xmlns:a16="http://schemas.microsoft.com/office/drawing/2014/main" id="{8CDDBCA5-9155-5B59-C1D6-6D029FCCC054}"/>
                    </a:ext>
                  </a:extLst>
                </p:cNvPr>
                <p:cNvPicPr/>
                <p:nvPr/>
              </p:nvPicPr>
              <p:blipFill>
                <a:blip r:embed="rId37"/>
                <a:stretch>
                  <a:fillRect/>
                </a:stretch>
              </p:blipFill>
              <p:spPr>
                <a:xfrm>
                  <a:off x="6939265" y="6193269"/>
                  <a:ext cx="10008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0" name="Ink 29">
                  <a:extLst>
                    <a:ext uri="{FF2B5EF4-FFF2-40B4-BE49-F238E27FC236}">
                      <a16:creationId xmlns:a16="http://schemas.microsoft.com/office/drawing/2014/main" id="{79C06F49-43B4-59A4-A06E-E3B8A384FB4D}"/>
                    </a:ext>
                  </a:extLst>
                </p14:cNvPr>
                <p14:cNvContentPartPr/>
                <p14:nvPr/>
              </p14:nvContentPartPr>
              <p14:xfrm>
                <a:off x="7018825" y="6137469"/>
                <a:ext cx="121680" cy="163800"/>
              </p14:xfrm>
            </p:contentPart>
          </mc:Choice>
          <mc:Fallback>
            <p:pic>
              <p:nvPicPr>
                <p:cNvPr id="30" name="Ink 29">
                  <a:extLst>
                    <a:ext uri="{FF2B5EF4-FFF2-40B4-BE49-F238E27FC236}">
                      <a16:creationId xmlns:a16="http://schemas.microsoft.com/office/drawing/2014/main" id="{79C06F49-43B4-59A4-A06E-E3B8A384FB4D}"/>
                    </a:ext>
                  </a:extLst>
                </p:cNvPr>
                <p:cNvPicPr/>
                <p:nvPr/>
              </p:nvPicPr>
              <p:blipFill>
                <a:blip r:embed="rId39"/>
                <a:stretch>
                  <a:fillRect/>
                </a:stretch>
              </p:blipFill>
              <p:spPr>
                <a:xfrm>
                  <a:off x="7014505" y="6133149"/>
                  <a:ext cx="13032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1" name="Ink 30">
                  <a:extLst>
                    <a:ext uri="{FF2B5EF4-FFF2-40B4-BE49-F238E27FC236}">
                      <a16:creationId xmlns:a16="http://schemas.microsoft.com/office/drawing/2014/main" id="{7A43749A-F1BD-5B81-32C1-9C6C077AF126}"/>
                    </a:ext>
                  </a:extLst>
                </p14:cNvPr>
                <p14:cNvContentPartPr/>
                <p14:nvPr/>
              </p14:nvContentPartPr>
              <p14:xfrm>
                <a:off x="7296745" y="6215949"/>
                <a:ext cx="8640" cy="101520"/>
              </p14:xfrm>
            </p:contentPart>
          </mc:Choice>
          <mc:Fallback>
            <p:pic>
              <p:nvPicPr>
                <p:cNvPr id="31" name="Ink 30">
                  <a:extLst>
                    <a:ext uri="{FF2B5EF4-FFF2-40B4-BE49-F238E27FC236}">
                      <a16:creationId xmlns:a16="http://schemas.microsoft.com/office/drawing/2014/main" id="{7A43749A-F1BD-5B81-32C1-9C6C077AF126}"/>
                    </a:ext>
                  </a:extLst>
                </p:cNvPr>
                <p:cNvPicPr/>
                <p:nvPr/>
              </p:nvPicPr>
              <p:blipFill>
                <a:blip r:embed="rId41"/>
                <a:stretch>
                  <a:fillRect/>
                </a:stretch>
              </p:blipFill>
              <p:spPr>
                <a:xfrm>
                  <a:off x="7292425" y="6211629"/>
                  <a:ext cx="1728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2" name="Ink 31">
                  <a:extLst>
                    <a:ext uri="{FF2B5EF4-FFF2-40B4-BE49-F238E27FC236}">
                      <a16:creationId xmlns:a16="http://schemas.microsoft.com/office/drawing/2014/main" id="{96E559AA-B169-16FA-377E-F1D5B5646DE6}"/>
                    </a:ext>
                  </a:extLst>
                </p14:cNvPr>
                <p14:cNvContentPartPr/>
                <p14:nvPr/>
              </p14:nvContentPartPr>
              <p14:xfrm>
                <a:off x="7305745" y="6160509"/>
                <a:ext cx="3960" cy="20520"/>
              </p14:xfrm>
            </p:contentPart>
          </mc:Choice>
          <mc:Fallback>
            <p:pic>
              <p:nvPicPr>
                <p:cNvPr id="32" name="Ink 31">
                  <a:extLst>
                    <a:ext uri="{FF2B5EF4-FFF2-40B4-BE49-F238E27FC236}">
                      <a16:creationId xmlns:a16="http://schemas.microsoft.com/office/drawing/2014/main" id="{96E559AA-B169-16FA-377E-F1D5B5646DE6}"/>
                    </a:ext>
                  </a:extLst>
                </p:cNvPr>
                <p:cNvPicPr/>
                <p:nvPr/>
              </p:nvPicPr>
              <p:blipFill>
                <a:blip r:embed="rId43"/>
                <a:stretch>
                  <a:fillRect/>
                </a:stretch>
              </p:blipFill>
              <p:spPr>
                <a:xfrm>
                  <a:off x="7301425" y="6156189"/>
                  <a:ext cx="1260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3" name="Ink 32">
                  <a:extLst>
                    <a:ext uri="{FF2B5EF4-FFF2-40B4-BE49-F238E27FC236}">
                      <a16:creationId xmlns:a16="http://schemas.microsoft.com/office/drawing/2014/main" id="{BDAE3D8F-F6C9-B378-8E1A-25E2B6EDCAFB}"/>
                    </a:ext>
                  </a:extLst>
                </p14:cNvPr>
                <p14:cNvContentPartPr/>
                <p14:nvPr/>
              </p14:nvContentPartPr>
              <p14:xfrm>
                <a:off x="7361185" y="6114429"/>
                <a:ext cx="83520" cy="297360"/>
              </p14:xfrm>
            </p:contentPart>
          </mc:Choice>
          <mc:Fallback>
            <p:pic>
              <p:nvPicPr>
                <p:cNvPr id="33" name="Ink 32">
                  <a:extLst>
                    <a:ext uri="{FF2B5EF4-FFF2-40B4-BE49-F238E27FC236}">
                      <a16:creationId xmlns:a16="http://schemas.microsoft.com/office/drawing/2014/main" id="{BDAE3D8F-F6C9-B378-8E1A-25E2B6EDCAFB}"/>
                    </a:ext>
                  </a:extLst>
                </p:cNvPr>
                <p:cNvPicPr/>
                <p:nvPr/>
              </p:nvPicPr>
              <p:blipFill>
                <a:blip r:embed="rId45"/>
                <a:stretch>
                  <a:fillRect/>
                </a:stretch>
              </p:blipFill>
              <p:spPr>
                <a:xfrm>
                  <a:off x="7356865" y="6110109"/>
                  <a:ext cx="92160" cy="306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4" name="Ink 33">
                  <a:extLst>
                    <a:ext uri="{FF2B5EF4-FFF2-40B4-BE49-F238E27FC236}">
                      <a16:creationId xmlns:a16="http://schemas.microsoft.com/office/drawing/2014/main" id="{F3ED1F2B-04ED-6116-9B7F-553CC0E53C34}"/>
                    </a:ext>
                  </a:extLst>
                </p14:cNvPr>
                <p14:cNvContentPartPr/>
                <p14:nvPr/>
              </p14:nvContentPartPr>
              <p14:xfrm>
                <a:off x="7536865" y="6184629"/>
                <a:ext cx="243000" cy="107280"/>
              </p14:xfrm>
            </p:contentPart>
          </mc:Choice>
          <mc:Fallback>
            <p:pic>
              <p:nvPicPr>
                <p:cNvPr id="34" name="Ink 33">
                  <a:extLst>
                    <a:ext uri="{FF2B5EF4-FFF2-40B4-BE49-F238E27FC236}">
                      <a16:creationId xmlns:a16="http://schemas.microsoft.com/office/drawing/2014/main" id="{F3ED1F2B-04ED-6116-9B7F-553CC0E53C34}"/>
                    </a:ext>
                  </a:extLst>
                </p:cNvPr>
                <p:cNvPicPr/>
                <p:nvPr/>
              </p:nvPicPr>
              <p:blipFill>
                <a:blip r:embed="rId47"/>
                <a:stretch>
                  <a:fillRect/>
                </a:stretch>
              </p:blipFill>
              <p:spPr>
                <a:xfrm>
                  <a:off x="7532545" y="6180309"/>
                  <a:ext cx="25164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5" name="Ink 34">
                  <a:extLst>
                    <a:ext uri="{FF2B5EF4-FFF2-40B4-BE49-F238E27FC236}">
                      <a16:creationId xmlns:a16="http://schemas.microsoft.com/office/drawing/2014/main" id="{C206E8DB-8308-3AD3-0BEA-926F8F3712AC}"/>
                    </a:ext>
                  </a:extLst>
                </p14:cNvPr>
                <p14:cNvContentPartPr/>
                <p14:nvPr/>
              </p14:nvContentPartPr>
              <p14:xfrm>
                <a:off x="7748185" y="6187869"/>
                <a:ext cx="97200" cy="102600"/>
              </p14:xfrm>
            </p:contentPart>
          </mc:Choice>
          <mc:Fallback>
            <p:pic>
              <p:nvPicPr>
                <p:cNvPr id="35" name="Ink 34">
                  <a:extLst>
                    <a:ext uri="{FF2B5EF4-FFF2-40B4-BE49-F238E27FC236}">
                      <a16:creationId xmlns:a16="http://schemas.microsoft.com/office/drawing/2014/main" id="{C206E8DB-8308-3AD3-0BEA-926F8F3712AC}"/>
                    </a:ext>
                  </a:extLst>
                </p:cNvPr>
                <p:cNvPicPr/>
                <p:nvPr/>
              </p:nvPicPr>
              <p:blipFill>
                <a:blip r:embed="rId49"/>
                <a:stretch>
                  <a:fillRect/>
                </a:stretch>
              </p:blipFill>
              <p:spPr>
                <a:xfrm>
                  <a:off x="7743865" y="6183549"/>
                  <a:ext cx="10584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6" name="Ink 35">
                  <a:extLst>
                    <a:ext uri="{FF2B5EF4-FFF2-40B4-BE49-F238E27FC236}">
                      <a16:creationId xmlns:a16="http://schemas.microsoft.com/office/drawing/2014/main" id="{DF3C4AF4-792B-8735-4B53-9A0916ADCF13}"/>
                    </a:ext>
                  </a:extLst>
                </p14:cNvPr>
                <p14:cNvContentPartPr/>
                <p14:nvPr/>
              </p14:nvContentPartPr>
              <p14:xfrm>
                <a:off x="7824505" y="6186429"/>
                <a:ext cx="287280" cy="136800"/>
              </p14:xfrm>
            </p:contentPart>
          </mc:Choice>
          <mc:Fallback>
            <p:pic>
              <p:nvPicPr>
                <p:cNvPr id="36" name="Ink 35">
                  <a:extLst>
                    <a:ext uri="{FF2B5EF4-FFF2-40B4-BE49-F238E27FC236}">
                      <a16:creationId xmlns:a16="http://schemas.microsoft.com/office/drawing/2014/main" id="{DF3C4AF4-792B-8735-4B53-9A0916ADCF13}"/>
                    </a:ext>
                  </a:extLst>
                </p:cNvPr>
                <p:cNvPicPr/>
                <p:nvPr/>
              </p:nvPicPr>
              <p:blipFill>
                <a:blip r:embed="rId51"/>
                <a:stretch>
                  <a:fillRect/>
                </a:stretch>
              </p:blipFill>
              <p:spPr>
                <a:xfrm>
                  <a:off x="7820185" y="6182109"/>
                  <a:ext cx="29592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7" name="Ink 36">
                  <a:extLst>
                    <a:ext uri="{FF2B5EF4-FFF2-40B4-BE49-F238E27FC236}">
                      <a16:creationId xmlns:a16="http://schemas.microsoft.com/office/drawing/2014/main" id="{135577ED-8408-8BF4-CDD3-A4891C0007AF}"/>
                    </a:ext>
                  </a:extLst>
                </p14:cNvPr>
                <p14:cNvContentPartPr/>
                <p14:nvPr/>
              </p14:nvContentPartPr>
              <p14:xfrm>
                <a:off x="8108545" y="6170589"/>
                <a:ext cx="362160" cy="266040"/>
              </p14:xfrm>
            </p:contentPart>
          </mc:Choice>
          <mc:Fallback>
            <p:pic>
              <p:nvPicPr>
                <p:cNvPr id="37" name="Ink 36">
                  <a:extLst>
                    <a:ext uri="{FF2B5EF4-FFF2-40B4-BE49-F238E27FC236}">
                      <a16:creationId xmlns:a16="http://schemas.microsoft.com/office/drawing/2014/main" id="{135577ED-8408-8BF4-CDD3-A4891C0007AF}"/>
                    </a:ext>
                  </a:extLst>
                </p:cNvPr>
                <p:cNvPicPr/>
                <p:nvPr/>
              </p:nvPicPr>
              <p:blipFill>
                <a:blip r:embed="rId53"/>
                <a:stretch>
                  <a:fillRect/>
                </a:stretch>
              </p:blipFill>
              <p:spPr>
                <a:xfrm>
                  <a:off x="8104225" y="6166269"/>
                  <a:ext cx="37080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8" name="Ink 37">
                  <a:extLst>
                    <a:ext uri="{FF2B5EF4-FFF2-40B4-BE49-F238E27FC236}">
                      <a16:creationId xmlns:a16="http://schemas.microsoft.com/office/drawing/2014/main" id="{921919D7-E8ED-8BE4-80C6-8819C31D1303}"/>
                    </a:ext>
                  </a:extLst>
                </p14:cNvPr>
                <p14:cNvContentPartPr/>
                <p14:nvPr/>
              </p14:nvContentPartPr>
              <p14:xfrm>
                <a:off x="5015425" y="6474789"/>
                <a:ext cx="56160" cy="300240"/>
              </p14:xfrm>
            </p:contentPart>
          </mc:Choice>
          <mc:Fallback>
            <p:pic>
              <p:nvPicPr>
                <p:cNvPr id="38" name="Ink 37">
                  <a:extLst>
                    <a:ext uri="{FF2B5EF4-FFF2-40B4-BE49-F238E27FC236}">
                      <a16:creationId xmlns:a16="http://schemas.microsoft.com/office/drawing/2014/main" id="{921919D7-E8ED-8BE4-80C6-8819C31D1303}"/>
                    </a:ext>
                  </a:extLst>
                </p:cNvPr>
                <p:cNvPicPr/>
                <p:nvPr/>
              </p:nvPicPr>
              <p:blipFill>
                <a:blip r:embed="rId55"/>
                <a:stretch>
                  <a:fillRect/>
                </a:stretch>
              </p:blipFill>
              <p:spPr>
                <a:xfrm>
                  <a:off x="5011105" y="6470469"/>
                  <a:ext cx="64800" cy="3088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9" name="Ink 38">
                  <a:extLst>
                    <a:ext uri="{FF2B5EF4-FFF2-40B4-BE49-F238E27FC236}">
                      <a16:creationId xmlns:a16="http://schemas.microsoft.com/office/drawing/2014/main" id="{575B81F1-BCAD-5F3D-7F2F-2279340F000A}"/>
                    </a:ext>
                  </a:extLst>
                </p14:cNvPr>
                <p14:cNvContentPartPr/>
                <p14:nvPr/>
              </p14:nvContentPartPr>
              <p14:xfrm>
                <a:off x="5091025" y="6585669"/>
                <a:ext cx="24840" cy="52200"/>
              </p14:xfrm>
            </p:contentPart>
          </mc:Choice>
          <mc:Fallback>
            <p:pic>
              <p:nvPicPr>
                <p:cNvPr id="39" name="Ink 38">
                  <a:extLst>
                    <a:ext uri="{FF2B5EF4-FFF2-40B4-BE49-F238E27FC236}">
                      <a16:creationId xmlns:a16="http://schemas.microsoft.com/office/drawing/2014/main" id="{575B81F1-BCAD-5F3D-7F2F-2279340F000A}"/>
                    </a:ext>
                  </a:extLst>
                </p:cNvPr>
                <p:cNvPicPr/>
                <p:nvPr/>
              </p:nvPicPr>
              <p:blipFill>
                <a:blip r:embed="rId57"/>
                <a:stretch>
                  <a:fillRect/>
                </a:stretch>
              </p:blipFill>
              <p:spPr>
                <a:xfrm>
                  <a:off x="5086705" y="6581349"/>
                  <a:ext cx="3348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0" name="Ink 39">
                  <a:extLst>
                    <a:ext uri="{FF2B5EF4-FFF2-40B4-BE49-F238E27FC236}">
                      <a16:creationId xmlns:a16="http://schemas.microsoft.com/office/drawing/2014/main" id="{12F82299-4CA5-2728-2102-3E8FCF07E093}"/>
                    </a:ext>
                  </a:extLst>
                </p14:cNvPr>
                <p14:cNvContentPartPr/>
                <p14:nvPr/>
              </p14:nvContentPartPr>
              <p14:xfrm>
                <a:off x="5027305" y="6529869"/>
                <a:ext cx="231480" cy="210240"/>
              </p14:xfrm>
            </p:contentPart>
          </mc:Choice>
          <mc:Fallback>
            <p:pic>
              <p:nvPicPr>
                <p:cNvPr id="40" name="Ink 39">
                  <a:extLst>
                    <a:ext uri="{FF2B5EF4-FFF2-40B4-BE49-F238E27FC236}">
                      <a16:creationId xmlns:a16="http://schemas.microsoft.com/office/drawing/2014/main" id="{12F82299-4CA5-2728-2102-3E8FCF07E093}"/>
                    </a:ext>
                  </a:extLst>
                </p:cNvPr>
                <p:cNvPicPr/>
                <p:nvPr/>
              </p:nvPicPr>
              <p:blipFill>
                <a:blip r:embed="rId59"/>
                <a:stretch>
                  <a:fillRect/>
                </a:stretch>
              </p:blipFill>
              <p:spPr>
                <a:xfrm>
                  <a:off x="5022985" y="6525549"/>
                  <a:ext cx="24012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1" name="Ink 40">
                  <a:extLst>
                    <a:ext uri="{FF2B5EF4-FFF2-40B4-BE49-F238E27FC236}">
                      <a16:creationId xmlns:a16="http://schemas.microsoft.com/office/drawing/2014/main" id="{91B65A63-13ED-34D9-DF28-54425EF0FB80}"/>
                    </a:ext>
                  </a:extLst>
                </p14:cNvPr>
                <p14:cNvContentPartPr/>
                <p14:nvPr/>
              </p14:nvContentPartPr>
              <p14:xfrm>
                <a:off x="5291185" y="6510069"/>
                <a:ext cx="38880" cy="103680"/>
              </p14:xfrm>
            </p:contentPart>
          </mc:Choice>
          <mc:Fallback>
            <p:pic>
              <p:nvPicPr>
                <p:cNvPr id="41" name="Ink 40">
                  <a:extLst>
                    <a:ext uri="{FF2B5EF4-FFF2-40B4-BE49-F238E27FC236}">
                      <a16:creationId xmlns:a16="http://schemas.microsoft.com/office/drawing/2014/main" id="{91B65A63-13ED-34D9-DF28-54425EF0FB80}"/>
                    </a:ext>
                  </a:extLst>
                </p:cNvPr>
                <p:cNvPicPr/>
                <p:nvPr/>
              </p:nvPicPr>
              <p:blipFill>
                <a:blip r:embed="rId61"/>
                <a:stretch>
                  <a:fillRect/>
                </a:stretch>
              </p:blipFill>
              <p:spPr>
                <a:xfrm>
                  <a:off x="5286865" y="6505749"/>
                  <a:ext cx="4752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2" name="Ink 41">
                  <a:extLst>
                    <a:ext uri="{FF2B5EF4-FFF2-40B4-BE49-F238E27FC236}">
                      <a16:creationId xmlns:a16="http://schemas.microsoft.com/office/drawing/2014/main" id="{404A6621-FB60-8497-AF0B-5BE398BD28AF}"/>
                    </a:ext>
                  </a:extLst>
                </p14:cNvPr>
                <p14:cNvContentPartPr/>
                <p14:nvPr/>
              </p14:nvContentPartPr>
              <p14:xfrm>
                <a:off x="5152945" y="6481269"/>
                <a:ext cx="281520" cy="189360"/>
              </p14:xfrm>
            </p:contentPart>
          </mc:Choice>
          <mc:Fallback>
            <p:pic>
              <p:nvPicPr>
                <p:cNvPr id="42" name="Ink 41">
                  <a:extLst>
                    <a:ext uri="{FF2B5EF4-FFF2-40B4-BE49-F238E27FC236}">
                      <a16:creationId xmlns:a16="http://schemas.microsoft.com/office/drawing/2014/main" id="{404A6621-FB60-8497-AF0B-5BE398BD28AF}"/>
                    </a:ext>
                  </a:extLst>
                </p:cNvPr>
                <p:cNvPicPr/>
                <p:nvPr/>
              </p:nvPicPr>
              <p:blipFill>
                <a:blip r:embed="rId63"/>
                <a:stretch>
                  <a:fillRect/>
                </a:stretch>
              </p:blipFill>
              <p:spPr>
                <a:xfrm>
                  <a:off x="5148625" y="6476589"/>
                  <a:ext cx="29016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3" name="Ink 42">
                  <a:extLst>
                    <a:ext uri="{FF2B5EF4-FFF2-40B4-BE49-F238E27FC236}">
                      <a16:creationId xmlns:a16="http://schemas.microsoft.com/office/drawing/2014/main" id="{CE049C94-0565-E6A2-55CA-94D0A2C9ACBC}"/>
                    </a:ext>
                  </a:extLst>
                </p14:cNvPr>
                <p14:cNvContentPartPr/>
                <p14:nvPr/>
              </p14:nvContentPartPr>
              <p14:xfrm>
                <a:off x="5688985" y="6507549"/>
                <a:ext cx="88200" cy="307440"/>
              </p14:xfrm>
            </p:contentPart>
          </mc:Choice>
          <mc:Fallback>
            <p:pic>
              <p:nvPicPr>
                <p:cNvPr id="43" name="Ink 42">
                  <a:extLst>
                    <a:ext uri="{FF2B5EF4-FFF2-40B4-BE49-F238E27FC236}">
                      <a16:creationId xmlns:a16="http://schemas.microsoft.com/office/drawing/2014/main" id="{CE049C94-0565-E6A2-55CA-94D0A2C9ACBC}"/>
                    </a:ext>
                  </a:extLst>
                </p:cNvPr>
                <p:cNvPicPr/>
                <p:nvPr/>
              </p:nvPicPr>
              <p:blipFill>
                <a:blip r:embed="rId65"/>
                <a:stretch>
                  <a:fillRect/>
                </a:stretch>
              </p:blipFill>
              <p:spPr>
                <a:xfrm>
                  <a:off x="5684665" y="6503229"/>
                  <a:ext cx="96840" cy="3160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4" name="Ink 43">
                  <a:extLst>
                    <a:ext uri="{FF2B5EF4-FFF2-40B4-BE49-F238E27FC236}">
                      <a16:creationId xmlns:a16="http://schemas.microsoft.com/office/drawing/2014/main" id="{05B88EF7-CCEC-7AEB-1525-5D9CD4DA8115}"/>
                    </a:ext>
                  </a:extLst>
                </p14:cNvPr>
                <p14:cNvContentPartPr/>
                <p14:nvPr/>
              </p14:nvContentPartPr>
              <p14:xfrm>
                <a:off x="5828665" y="6510429"/>
                <a:ext cx="348840" cy="164880"/>
              </p14:xfrm>
            </p:contentPart>
          </mc:Choice>
          <mc:Fallback>
            <p:pic>
              <p:nvPicPr>
                <p:cNvPr id="44" name="Ink 43">
                  <a:extLst>
                    <a:ext uri="{FF2B5EF4-FFF2-40B4-BE49-F238E27FC236}">
                      <a16:creationId xmlns:a16="http://schemas.microsoft.com/office/drawing/2014/main" id="{05B88EF7-CCEC-7AEB-1525-5D9CD4DA8115}"/>
                    </a:ext>
                  </a:extLst>
                </p:cNvPr>
                <p:cNvPicPr/>
                <p:nvPr/>
              </p:nvPicPr>
              <p:blipFill>
                <a:blip r:embed="rId67"/>
                <a:stretch>
                  <a:fillRect/>
                </a:stretch>
              </p:blipFill>
              <p:spPr>
                <a:xfrm>
                  <a:off x="5824345" y="6506109"/>
                  <a:ext cx="35748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5" name="Ink 44">
                  <a:extLst>
                    <a:ext uri="{FF2B5EF4-FFF2-40B4-BE49-F238E27FC236}">
                      <a16:creationId xmlns:a16="http://schemas.microsoft.com/office/drawing/2014/main" id="{94AA1E5D-8D7F-3AA8-37C6-4FA3E2F5C0E4}"/>
                    </a:ext>
                  </a:extLst>
                </p14:cNvPr>
                <p14:cNvContentPartPr/>
                <p14:nvPr/>
              </p14:nvContentPartPr>
              <p14:xfrm>
                <a:off x="6474505" y="6428349"/>
                <a:ext cx="60840" cy="377640"/>
              </p14:xfrm>
            </p:contentPart>
          </mc:Choice>
          <mc:Fallback>
            <p:pic>
              <p:nvPicPr>
                <p:cNvPr id="45" name="Ink 44">
                  <a:extLst>
                    <a:ext uri="{FF2B5EF4-FFF2-40B4-BE49-F238E27FC236}">
                      <a16:creationId xmlns:a16="http://schemas.microsoft.com/office/drawing/2014/main" id="{94AA1E5D-8D7F-3AA8-37C6-4FA3E2F5C0E4}"/>
                    </a:ext>
                  </a:extLst>
                </p:cNvPr>
                <p:cNvPicPr/>
                <p:nvPr/>
              </p:nvPicPr>
              <p:blipFill>
                <a:blip r:embed="rId69"/>
                <a:stretch>
                  <a:fillRect/>
                </a:stretch>
              </p:blipFill>
              <p:spPr>
                <a:xfrm>
                  <a:off x="6470185" y="6424029"/>
                  <a:ext cx="69480" cy="3862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7" name="Ink 46">
                  <a:extLst>
                    <a:ext uri="{FF2B5EF4-FFF2-40B4-BE49-F238E27FC236}">
                      <a16:creationId xmlns:a16="http://schemas.microsoft.com/office/drawing/2014/main" id="{5772B95F-DC9F-404A-1B05-26B93AD25C89}"/>
                    </a:ext>
                  </a:extLst>
                </p14:cNvPr>
                <p14:cNvContentPartPr/>
                <p14:nvPr/>
              </p14:nvContentPartPr>
              <p14:xfrm>
                <a:off x="6594745" y="6541749"/>
                <a:ext cx="69120" cy="98280"/>
              </p14:xfrm>
            </p:contentPart>
          </mc:Choice>
          <mc:Fallback>
            <p:pic>
              <p:nvPicPr>
                <p:cNvPr id="47" name="Ink 46">
                  <a:extLst>
                    <a:ext uri="{FF2B5EF4-FFF2-40B4-BE49-F238E27FC236}">
                      <a16:creationId xmlns:a16="http://schemas.microsoft.com/office/drawing/2014/main" id="{5772B95F-DC9F-404A-1B05-26B93AD25C89}"/>
                    </a:ext>
                  </a:extLst>
                </p:cNvPr>
                <p:cNvPicPr/>
                <p:nvPr/>
              </p:nvPicPr>
              <p:blipFill>
                <a:blip r:embed="rId71"/>
                <a:stretch>
                  <a:fillRect/>
                </a:stretch>
              </p:blipFill>
              <p:spPr>
                <a:xfrm>
                  <a:off x="6590425" y="6537429"/>
                  <a:ext cx="7776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9" name="Ink 48">
                  <a:extLst>
                    <a:ext uri="{FF2B5EF4-FFF2-40B4-BE49-F238E27FC236}">
                      <a16:creationId xmlns:a16="http://schemas.microsoft.com/office/drawing/2014/main" id="{D965C753-FD60-B305-2E5E-7F095FEECABA}"/>
                    </a:ext>
                  </a:extLst>
                </p14:cNvPr>
                <p14:cNvContentPartPr/>
                <p14:nvPr/>
              </p14:nvContentPartPr>
              <p14:xfrm>
                <a:off x="6696265" y="6521229"/>
                <a:ext cx="131400" cy="254880"/>
              </p14:xfrm>
            </p:contentPart>
          </mc:Choice>
          <mc:Fallback>
            <p:pic>
              <p:nvPicPr>
                <p:cNvPr id="49" name="Ink 48">
                  <a:extLst>
                    <a:ext uri="{FF2B5EF4-FFF2-40B4-BE49-F238E27FC236}">
                      <a16:creationId xmlns:a16="http://schemas.microsoft.com/office/drawing/2014/main" id="{D965C753-FD60-B305-2E5E-7F095FEECABA}"/>
                    </a:ext>
                  </a:extLst>
                </p:cNvPr>
                <p:cNvPicPr/>
                <p:nvPr/>
              </p:nvPicPr>
              <p:blipFill>
                <a:blip r:embed="rId73"/>
                <a:stretch>
                  <a:fillRect/>
                </a:stretch>
              </p:blipFill>
              <p:spPr>
                <a:xfrm>
                  <a:off x="6691945" y="6516909"/>
                  <a:ext cx="14004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50" name="Ink 49">
                  <a:extLst>
                    <a:ext uri="{FF2B5EF4-FFF2-40B4-BE49-F238E27FC236}">
                      <a16:creationId xmlns:a16="http://schemas.microsoft.com/office/drawing/2014/main" id="{A8A42071-2130-C584-C967-8B9215308566}"/>
                    </a:ext>
                  </a:extLst>
                </p14:cNvPr>
                <p14:cNvContentPartPr/>
                <p14:nvPr/>
              </p14:nvContentPartPr>
              <p14:xfrm>
                <a:off x="6853225" y="6483789"/>
                <a:ext cx="360" cy="360"/>
              </p14:xfrm>
            </p:contentPart>
          </mc:Choice>
          <mc:Fallback>
            <p:pic>
              <p:nvPicPr>
                <p:cNvPr id="50" name="Ink 49">
                  <a:extLst>
                    <a:ext uri="{FF2B5EF4-FFF2-40B4-BE49-F238E27FC236}">
                      <a16:creationId xmlns:a16="http://schemas.microsoft.com/office/drawing/2014/main" id="{A8A42071-2130-C584-C967-8B9215308566}"/>
                    </a:ext>
                  </a:extLst>
                </p:cNvPr>
                <p:cNvPicPr/>
                <p:nvPr/>
              </p:nvPicPr>
              <p:blipFill>
                <a:blip r:embed="rId75"/>
                <a:stretch>
                  <a:fillRect/>
                </a:stretch>
              </p:blipFill>
              <p:spPr>
                <a:xfrm>
                  <a:off x="6848905" y="6479469"/>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1" name="Ink 50">
                  <a:extLst>
                    <a:ext uri="{FF2B5EF4-FFF2-40B4-BE49-F238E27FC236}">
                      <a16:creationId xmlns:a16="http://schemas.microsoft.com/office/drawing/2014/main" id="{8ED0B92C-D9B2-FF6B-1C0A-34B8D8576625}"/>
                    </a:ext>
                  </a:extLst>
                </p14:cNvPr>
                <p14:cNvContentPartPr/>
                <p14:nvPr/>
              </p14:nvContentPartPr>
              <p14:xfrm>
                <a:off x="6907585" y="6519069"/>
                <a:ext cx="77040" cy="105480"/>
              </p14:xfrm>
            </p:contentPart>
          </mc:Choice>
          <mc:Fallback>
            <p:pic>
              <p:nvPicPr>
                <p:cNvPr id="51" name="Ink 50">
                  <a:extLst>
                    <a:ext uri="{FF2B5EF4-FFF2-40B4-BE49-F238E27FC236}">
                      <a16:creationId xmlns:a16="http://schemas.microsoft.com/office/drawing/2014/main" id="{8ED0B92C-D9B2-FF6B-1C0A-34B8D8576625}"/>
                    </a:ext>
                  </a:extLst>
                </p:cNvPr>
                <p:cNvPicPr/>
                <p:nvPr/>
              </p:nvPicPr>
              <p:blipFill>
                <a:blip r:embed="rId77"/>
                <a:stretch>
                  <a:fillRect/>
                </a:stretch>
              </p:blipFill>
              <p:spPr>
                <a:xfrm>
                  <a:off x="6903265" y="6514749"/>
                  <a:ext cx="8568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2" name="Ink 51">
                  <a:extLst>
                    <a:ext uri="{FF2B5EF4-FFF2-40B4-BE49-F238E27FC236}">
                      <a16:creationId xmlns:a16="http://schemas.microsoft.com/office/drawing/2014/main" id="{F0CF7E1B-78FE-DCEB-5299-C1B907A8CC84}"/>
                    </a:ext>
                  </a:extLst>
                </p14:cNvPr>
                <p14:cNvContentPartPr/>
                <p14:nvPr/>
              </p14:nvContentPartPr>
              <p14:xfrm>
                <a:off x="7037545" y="6390549"/>
                <a:ext cx="196560" cy="283680"/>
              </p14:xfrm>
            </p:contentPart>
          </mc:Choice>
          <mc:Fallback>
            <p:pic>
              <p:nvPicPr>
                <p:cNvPr id="52" name="Ink 51">
                  <a:extLst>
                    <a:ext uri="{FF2B5EF4-FFF2-40B4-BE49-F238E27FC236}">
                      <a16:creationId xmlns:a16="http://schemas.microsoft.com/office/drawing/2014/main" id="{F0CF7E1B-78FE-DCEB-5299-C1B907A8CC84}"/>
                    </a:ext>
                  </a:extLst>
                </p:cNvPr>
                <p:cNvPicPr/>
                <p:nvPr/>
              </p:nvPicPr>
              <p:blipFill>
                <a:blip r:embed="rId79"/>
                <a:stretch>
                  <a:fillRect/>
                </a:stretch>
              </p:blipFill>
              <p:spPr>
                <a:xfrm>
                  <a:off x="7033225" y="6386229"/>
                  <a:ext cx="20520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3" name="Ink 52">
                  <a:extLst>
                    <a:ext uri="{FF2B5EF4-FFF2-40B4-BE49-F238E27FC236}">
                      <a16:creationId xmlns:a16="http://schemas.microsoft.com/office/drawing/2014/main" id="{963C1661-2C60-AD92-1971-0C66F9A498C0}"/>
                    </a:ext>
                  </a:extLst>
                </p14:cNvPr>
                <p14:cNvContentPartPr/>
                <p14:nvPr/>
              </p14:nvContentPartPr>
              <p14:xfrm>
                <a:off x="7121425" y="6526269"/>
                <a:ext cx="127080" cy="22680"/>
              </p14:xfrm>
            </p:contentPart>
          </mc:Choice>
          <mc:Fallback>
            <p:pic>
              <p:nvPicPr>
                <p:cNvPr id="53" name="Ink 52">
                  <a:extLst>
                    <a:ext uri="{FF2B5EF4-FFF2-40B4-BE49-F238E27FC236}">
                      <a16:creationId xmlns:a16="http://schemas.microsoft.com/office/drawing/2014/main" id="{963C1661-2C60-AD92-1971-0C66F9A498C0}"/>
                    </a:ext>
                  </a:extLst>
                </p:cNvPr>
                <p:cNvPicPr/>
                <p:nvPr/>
              </p:nvPicPr>
              <p:blipFill>
                <a:blip r:embed="rId81"/>
                <a:stretch>
                  <a:fillRect/>
                </a:stretch>
              </p:blipFill>
              <p:spPr>
                <a:xfrm>
                  <a:off x="7117105" y="6521949"/>
                  <a:ext cx="135720" cy="31320"/>
                </a:xfrm>
                <a:prstGeom prst="rect">
                  <a:avLst/>
                </a:prstGeom>
              </p:spPr>
            </p:pic>
          </mc:Fallback>
        </mc:AlternateContent>
      </p:grpSp>
    </p:spTree>
    <p:extLst>
      <p:ext uri="{BB962C8B-B14F-4D97-AF65-F5344CB8AC3E}">
        <p14:creationId xmlns:p14="http://schemas.microsoft.com/office/powerpoint/2010/main" val="4231604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7DE54B-A464-D734-8FE9-942BB182894E}"/>
              </a:ext>
            </a:extLst>
          </p:cNvPr>
          <p:cNvSpPr/>
          <p:nvPr/>
        </p:nvSpPr>
        <p:spPr>
          <a:xfrm>
            <a:off x="0" y="-15875"/>
            <a:ext cx="121920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latin typeface="Britannic Bold" panose="020F0502020204030204" pitchFamily="34" charset="0"/>
              </a:rPr>
              <a:t>Feature Selection Techniques</a:t>
            </a:r>
          </a:p>
        </p:txBody>
      </p:sp>
      <p:sp>
        <p:nvSpPr>
          <p:cNvPr id="3" name="TextBox 2">
            <a:extLst>
              <a:ext uri="{FF2B5EF4-FFF2-40B4-BE49-F238E27FC236}">
                <a16:creationId xmlns:a16="http://schemas.microsoft.com/office/drawing/2014/main" id="{CA2F5860-04DA-F91C-038D-6411C1B279FB}"/>
              </a:ext>
            </a:extLst>
          </p:cNvPr>
          <p:cNvSpPr txBox="1"/>
          <p:nvPr/>
        </p:nvSpPr>
        <p:spPr>
          <a:xfrm>
            <a:off x="171450" y="975003"/>
            <a:ext cx="11779250" cy="400110"/>
          </a:xfrm>
          <a:prstGeom prst="rect">
            <a:avLst/>
          </a:prstGeom>
          <a:noFill/>
        </p:spPr>
        <p:txBody>
          <a:bodyPr wrap="square">
            <a:spAutoFit/>
          </a:bodyPr>
          <a:lstStyle/>
          <a:p>
            <a:pPr algn="l"/>
            <a:endParaRPr lang="en-IN" sz="2000" dirty="0">
              <a:latin typeface="Söhne"/>
            </a:endParaRPr>
          </a:p>
        </p:txBody>
      </p:sp>
      <p:sp>
        <p:nvSpPr>
          <p:cNvPr id="281" name="Text Box 109">
            <a:extLst>
              <a:ext uri="{FF2B5EF4-FFF2-40B4-BE49-F238E27FC236}">
                <a16:creationId xmlns:a16="http://schemas.microsoft.com/office/drawing/2014/main" id="{2024E005-8533-0D9A-2F6E-D5D30C5612C0}"/>
              </a:ext>
            </a:extLst>
          </p:cNvPr>
          <p:cNvSpPr txBox="1">
            <a:spLocks noChangeArrowheads="1"/>
          </p:cNvSpPr>
          <p:nvPr/>
        </p:nvSpPr>
        <p:spPr bwMode="auto">
          <a:xfrm>
            <a:off x="241300" y="975002"/>
            <a:ext cx="11709400"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just"/>
            <a:r>
              <a:rPr lang="en-IN" sz="1400" b="1" i="0" dirty="0">
                <a:solidFill>
                  <a:srgbClr val="222222"/>
                </a:solidFill>
                <a:effectLst/>
                <a:latin typeface="Lato" panose="020F0502020204030203" pitchFamily="34" charset="0"/>
              </a:rPr>
              <a:t>Missing Value Ratio: 				</a:t>
            </a:r>
            <a:r>
              <a:rPr lang="en-IN" sz="1400" i="0" dirty="0">
                <a:solidFill>
                  <a:srgbClr val="222222"/>
                </a:solidFill>
                <a:effectLst/>
                <a:latin typeface="Lato" panose="020F0502020204030203" pitchFamily="34" charset="0"/>
              </a:rPr>
              <a:t>[Used for any features in the dataset]</a:t>
            </a:r>
          </a:p>
          <a:p>
            <a:pPr algn="just"/>
            <a:endParaRPr lang="en-IN" sz="1400" dirty="0">
              <a:solidFill>
                <a:srgbClr val="222222"/>
              </a:solidFill>
              <a:latin typeface="Lato" panose="020F0502020204030203" pitchFamily="34" charset="0"/>
            </a:endParaRPr>
          </a:p>
          <a:p>
            <a:pPr algn="just"/>
            <a:r>
              <a:rPr lang="en-IN" sz="1400" b="0" i="0" dirty="0">
                <a:solidFill>
                  <a:srgbClr val="222222"/>
                </a:solidFill>
                <a:effectLst/>
                <a:latin typeface="Lato" panose="020F0502020204030203" pitchFamily="34" charset="0"/>
              </a:rPr>
              <a:t>If the dataset has too many missing values, we use this approach to reduce the number of variables. We can drop the variables having many missing values in them.</a:t>
            </a:r>
          </a:p>
          <a:p>
            <a:pPr algn="just"/>
            <a:endParaRPr lang="en-IN" sz="1400" b="0" i="0" dirty="0">
              <a:solidFill>
                <a:srgbClr val="222222"/>
              </a:solidFill>
              <a:effectLst/>
              <a:latin typeface="Lato" panose="020F0502020204030203" pitchFamily="34" charset="0"/>
            </a:endParaRPr>
          </a:p>
          <a:p>
            <a:pPr algn="just"/>
            <a:r>
              <a:rPr lang="en-IN" sz="1400" b="1" i="0" dirty="0">
                <a:solidFill>
                  <a:srgbClr val="222222"/>
                </a:solidFill>
                <a:effectLst/>
                <a:latin typeface="Lato" panose="020F0502020204030203" pitchFamily="34" charset="0"/>
              </a:rPr>
              <a:t>Low Variance filter: 				</a:t>
            </a:r>
            <a:r>
              <a:rPr lang="en-IN" sz="1400" i="0" dirty="0">
                <a:solidFill>
                  <a:srgbClr val="222222"/>
                </a:solidFill>
                <a:effectLst/>
                <a:latin typeface="Lato" panose="020F0502020204030203" pitchFamily="34" charset="0"/>
              </a:rPr>
              <a:t>[Used for any continuous features]</a:t>
            </a:r>
          </a:p>
          <a:p>
            <a:pPr algn="just"/>
            <a:endParaRPr lang="en-IN" sz="1400" dirty="0">
              <a:solidFill>
                <a:srgbClr val="222222"/>
              </a:solidFill>
              <a:latin typeface="Lato" panose="020F0502020204030203" pitchFamily="34" charset="0"/>
            </a:endParaRPr>
          </a:p>
          <a:p>
            <a:pPr algn="just"/>
            <a:r>
              <a:rPr lang="en-IN" sz="1400" b="0" i="0" dirty="0">
                <a:solidFill>
                  <a:srgbClr val="222222"/>
                </a:solidFill>
                <a:effectLst/>
                <a:latin typeface="Lato" panose="020F0502020204030203" pitchFamily="34" charset="0"/>
              </a:rPr>
              <a:t>We apply this approach to identify and drop constant variables from the dataset. The target variable is not unduly affected by variables with low variance, and hence these variables can be safely dropped.</a:t>
            </a:r>
          </a:p>
          <a:p>
            <a:pPr algn="just"/>
            <a:endParaRPr lang="en-IN" sz="1400" b="0" i="0" dirty="0">
              <a:solidFill>
                <a:srgbClr val="222222"/>
              </a:solidFill>
              <a:effectLst/>
              <a:latin typeface="Lato" panose="020F0502020204030203" pitchFamily="34" charset="0"/>
            </a:endParaRPr>
          </a:p>
          <a:p>
            <a:pPr algn="just"/>
            <a:r>
              <a:rPr lang="en-IN" sz="1400" b="1" i="0" dirty="0">
                <a:solidFill>
                  <a:srgbClr val="222222"/>
                </a:solidFill>
                <a:effectLst/>
                <a:latin typeface="Lato" panose="020F0502020204030203" pitchFamily="34" charset="0"/>
              </a:rPr>
              <a:t>High Correlation filter:				</a:t>
            </a:r>
            <a:r>
              <a:rPr lang="en-IN" sz="1400" i="0" dirty="0">
                <a:solidFill>
                  <a:srgbClr val="222222"/>
                </a:solidFill>
                <a:effectLst/>
                <a:latin typeface="Lato" panose="020F0502020204030203" pitchFamily="34" charset="0"/>
              </a:rPr>
              <a:t>[Used for any continuous features]</a:t>
            </a:r>
          </a:p>
          <a:p>
            <a:pPr algn="just"/>
            <a:endParaRPr lang="en-IN" sz="1400" dirty="0">
              <a:solidFill>
                <a:srgbClr val="222222"/>
              </a:solidFill>
              <a:latin typeface="Lato" panose="020F0502020204030203" pitchFamily="34" charset="0"/>
            </a:endParaRPr>
          </a:p>
          <a:p>
            <a:pPr algn="just"/>
            <a:r>
              <a:rPr lang="en-IN" sz="1400" b="0" i="0" dirty="0">
                <a:solidFill>
                  <a:srgbClr val="222222"/>
                </a:solidFill>
                <a:effectLst/>
                <a:latin typeface="Lato" panose="020F0502020204030203" pitchFamily="34" charset="0"/>
              </a:rPr>
              <a:t>A pair of variables having high correlation increases multicollinearity in the dataset. So, we can use this technique to find highly correlated features and drop them accordingly.</a:t>
            </a:r>
          </a:p>
          <a:p>
            <a:pPr algn="just"/>
            <a:endParaRPr lang="en-IN" sz="1400" b="0" i="0" dirty="0">
              <a:solidFill>
                <a:srgbClr val="222222"/>
              </a:solidFill>
              <a:effectLst/>
              <a:latin typeface="Lato" panose="020F0502020204030203" pitchFamily="34" charset="0"/>
            </a:endParaRPr>
          </a:p>
          <a:p>
            <a:pPr algn="just"/>
            <a:r>
              <a:rPr lang="en-IN" sz="1400" b="1" i="0" dirty="0">
                <a:solidFill>
                  <a:srgbClr val="222222"/>
                </a:solidFill>
                <a:effectLst/>
                <a:latin typeface="Lato" panose="020F0502020204030203" pitchFamily="34" charset="0"/>
              </a:rPr>
              <a:t>Random Forest: 				</a:t>
            </a:r>
            <a:r>
              <a:rPr lang="en-IN" sz="1400" i="0" dirty="0">
                <a:solidFill>
                  <a:srgbClr val="222222"/>
                </a:solidFill>
                <a:effectLst/>
                <a:latin typeface="Lato" panose="020F0502020204030203" pitchFamily="34" charset="0"/>
              </a:rPr>
              <a:t>[Used in classification and regression with Random Forest]</a:t>
            </a:r>
          </a:p>
          <a:p>
            <a:pPr algn="just"/>
            <a:endParaRPr lang="en-IN" sz="1400" b="1" dirty="0">
              <a:solidFill>
                <a:srgbClr val="222222"/>
              </a:solidFill>
              <a:latin typeface="Lato" panose="020F0502020204030203" pitchFamily="34" charset="0"/>
            </a:endParaRPr>
          </a:p>
          <a:p>
            <a:pPr algn="just"/>
            <a:r>
              <a:rPr lang="en-IN" sz="1400" b="0" i="0" dirty="0">
                <a:solidFill>
                  <a:srgbClr val="222222"/>
                </a:solidFill>
                <a:effectLst/>
                <a:latin typeface="Lato" panose="020F0502020204030203" pitchFamily="34" charset="0"/>
              </a:rPr>
              <a:t>This is one of the most used techniques which tells us the importance of each feature present in the dataset. We can find the importance of each feature and keep the topmost features, resulting in dimensionality reduction.</a:t>
            </a:r>
          </a:p>
          <a:p>
            <a:pPr algn="just"/>
            <a:endParaRPr lang="en-IN" sz="1400" b="0" i="0" dirty="0">
              <a:solidFill>
                <a:srgbClr val="222222"/>
              </a:solidFill>
              <a:effectLst/>
              <a:latin typeface="Lato" panose="020F0502020204030203" pitchFamily="34" charset="0"/>
            </a:endParaRPr>
          </a:p>
          <a:p>
            <a:pPr algn="just"/>
            <a:r>
              <a:rPr lang="en-IN" sz="1400" b="1" i="0" dirty="0">
                <a:solidFill>
                  <a:srgbClr val="222222"/>
                </a:solidFill>
                <a:effectLst/>
                <a:latin typeface="Lato" panose="020F0502020204030203" pitchFamily="34" charset="0"/>
              </a:rPr>
              <a:t>Forward Selection vs. Backward Elimination:		</a:t>
            </a:r>
            <a:r>
              <a:rPr lang="en-IN" sz="1400" i="0" dirty="0">
                <a:solidFill>
                  <a:srgbClr val="222222"/>
                </a:solidFill>
                <a:effectLst/>
                <a:latin typeface="Lato" panose="020F0502020204030203" pitchFamily="34" charset="0"/>
              </a:rPr>
              <a:t>[Used in Multiple Linear Regression]</a:t>
            </a:r>
          </a:p>
          <a:p>
            <a:pPr algn="just"/>
            <a:endParaRPr lang="en-IN" sz="1400" b="1" dirty="0">
              <a:solidFill>
                <a:srgbClr val="222222"/>
              </a:solidFill>
              <a:latin typeface="Lato" panose="020F0502020204030203" pitchFamily="34" charset="0"/>
            </a:endParaRPr>
          </a:p>
          <a:p>
            <a:pPr algn="just"/>
            <a:r>
              <a:rPr lang="en-IN" sz="1400" i="0" dirty="0">
                <a:solidFill>
                  <a:srgbClr val="222222"/>
                </a:solidFill>
                <a:effectLst/>
                <a:latin typeface="Lato" panose="020F0502020204030203" pitchFamily="34" charset="0"/>
              </a:rPr>
              <a:t>Forward selection is a greedy algorithm that starts with an empty set of features and adds features one by one until the model performance reaches a peak. This method is simple and easy to implement but can be computationally expensive and may not find the optimal set of features.</a:t>
            </a:r>
          </a:p>
          <a:p>
            <a:pPr algn="just"/>
            <a:endParaRPr lang="en-IN" sz="1400" i="0" dirty="0">
              <a:solidFill>
                <a:srgbClr val="222222"/>
              </a:solidFill>
              <a:effectLst/>
              <a:latin typeface="Lato" panose="020F0502020204030203" pitchFamily="34" charset="0"/>
            </a:endParaRPr>
          </a:p>
          <a:p>
            <a:pPr algn="just"/>
            <a:r>
              <a:rPr lang="en-IN" sz="1400" i="0" dirty="0">
                <a:solidFill>
                  <a:srgbClr val="222222"/>
                </a:solidFill>
                <a:effectLst/>
                <a:latin typeface="Lato" panose="020F0502020204030203" pitchFamily="34" charset="0"/>
              </a:rPr>
              <a:t>Backward elimination is a more systematic approach that starts with a complete set of features and removes features one by one until the model performance reaches a peak. This method is more computationally efficient but may not find the optimal set of features either.</a:t>
            </a:r>
          </a:p>
        </p:txBody>
      </p:sp>
      <p:grpSp>
        <p:nvGrpSpPr>
          <p:cNvPr id="5" name="Group 4">
            <a:extLst>
              <a:ext uri="{FF2B5EF4-FFF2-40B4-BE49-F238E27FC236}">
                <a16:creationId xmlns:a16="http://schemas.microsoft.com/office/drawing/2014/main" id="{5BAA7F14-D72D-1119-70D7-6EF81AE97A6B}"/>
              </a:ext>
            </a:extLst>
          </p:cNvPr>
          <p:cNvGrpSpPr/>
          <p:nvPr/>
        </p:nvGrpSpPr>
        <p:grpSpPr>
          <a:xfrm>
            <a:off x="5507700" y="2765940"/>
            <a:ext cx="92880" cy="170280"/>
            <a:chOff x="5507700" y="2765940"/>
            <a:chExt cx="92880" cy="17028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777B208-551E-9B83-A4B4-CE098FB50EAB}"/>
                    </a:ext>
                  </a:extLst>
                </p14:cNvPr>
                <p14:cNvContentPartPr/>
                <p14:nvPr/>
              </p14:nvContentPartPr>
              <p14:xfrm>
                <a:off x="5516700" y="2816340"/>
                <a:ext cx="83880" cy="118800"/>
              </p14:xfrm>
            </p:contentPart>
          </mc:Choice>
          <mc:Fallback>
            <p:pic>
              <p:nvPicPr>
                <p:cNvPr id="2" name="Ink 1">
                  <a:extLst>
                    <a:ext uri="{FF2B5EF4-FFF2-40B4-BE49-F238E27FC236}">
                      <a16:creationId xmlns:a16="http://schemas.microsoft.com/office/drawing/2014/main" id="{6777B208-551E-9B83-A4B4-CE098FB50EAB}"/>
                    </a:ext>
                  </a:extLst>
                </p:cNvPr>
                <p:cNvPicPr/>
                <p:nvPr/>
              </p:nvPicPr>
              <p:blipFill>
                <a:blip r:embed="rId3"/>
                <a:stretch>
                  <a:fillRect/>
                </a:stretch>
              </p:blipFill>
              <p:spPr>
                <a:xfrm>
                  <a:off x="5512380" y="2812020"/>
                  <a:ext cx="9252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7E08C6DD-F82A-0B83-51CA-AC577D2D07B4}"/>
                    </a:ext>
                  </a:extLst>
                </p14:cNvPr>
                <p14:cNvContentPartPr/>
                <p14:nvPr/>
              </p14:nvContentPartPr>
              <p14:xfrm>
                <a:off x="5507700" y="2765940"/>
                <a:ext cx="78120" cy="170280"/>
              </p14:xfrm>
            </p:contentPart>
          </mc:Choice>
          <mc:Fallback>
            <p:pic>
              <p:nvPicPr>
                <p:cNvPr id="4" name="Ink 3">
                  <a:extLst>
                    <a:ext uri="{FF2B5EF4-FFF2-40B4-BE49-F238E27FC236}">
                      <a16:creationId xmlns:a16="http://schemas.microsoft.com/office/drawing/2014/main" id="{7E08C6DD-F82A-0B83-51CA-AC577D2D07B4}"/>
                    </a:ext>
                  </a:extLst>
                </p:cNvPr>
                <p:cNvPicPr/>
                <p:nvPr/>
              </p:nvPicPr>
              <p:blipFill>
                <a:blip r:embed="rId5"/>
                <a:stretch>
                  <a:fillRect/>
                </a:stretch>
              </p:blipFill>
              <p:spPr>
                <a:xfrm>
                  <a:off x="5503380" y="2761620"/>
                  <a:ext cx="86760" cy="178920"/>
                </a:xfrm>
                <a:prstGeom prst="rect">
                  <a:avLst/>
                </a:prstGeom>
              </p:spPr>
            </p:pic>
          </mc:Fallback>
        </mc:AlternateContent>
      </p:grpSp>
      <p:grpSp>
        <p:nvGrpSpPr>
          <p:cNvPr id="20" name="Group 19">
            <a:extLst>
              <a:ext uri="{FF2B5EF4-FFF2-40B4-BE49-F238E27FC236}">
                <a16:creationId xmlns:a16="http://schemas.microsoft.com/office/drawing/2014/main" id="{BA96703B-C26D-F9C3-E6CF-0407A3B71252}"/>
              </a:ext>
            </a:extLst>
          </p:cNvPr>
          <p:cNvGrpSpPr/>
          <p:nvPr/>
        </p:nvGrpSpPr>
        <p:grpSpPr>
          <a:xfrm>
            <a:off x="5712900" y="2765940"/>
            <a:ext cx="811800" cy="208800"/>
            <a:chOff x="5712900" y="2765940"/>
            <a:chExt cx="811800" cy="208800"/>
          </a:xfrm>
        </p:grpSpPr>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91693AF0-1890-EC03-7F1D-B05C9CBC8593}"/>
                    </a:ext>
                  </a:extLst>
                </p14:cNvPr>
                <p14:cNvContentPartPr/>
                <p14:nvPr/>
              </p14:nvContentPartPr>
              <p14:xfrm>
                <a:off x="5712900" y="2782140"/>
                <a:ext cx="51840" cy="177120"/>
              </p14:xfrm>
            </p:contentPart>
          </mc:Choice>
          <mc:Fallback>
            <p:pic>
              <p:nvPicPr>
                <p:cNvPr id="6" name="Ink 5">
                  <a:extLst>
                    <a:ext uri="{FF2B5EF4-FFF2-40B4-BE49-F238E27FC236}">
                      <a16:creationId xmlns:a16="http://schemas.microsoft.com/office/drawing/2014/main" id="{91693AF0-1890-EC03-7F1D-B05C9CBC8593}"/>
                    </a:ext>
                  </a:extLst>
                </p:cNvPr>
                <p:cNvPicPr/>
                <p:nvPr/>
              </p:nvPicPr>
              <p:blipFill>
                <a:blip r:embed="rId7"/>
                <a:stretch>
                  <a:fillRect/>
                </a:stretch>
              </p:blipFill>
              <p:spPr>
                <a:xfrm>
                  <a:off x="5708580" y="2777820"/>
                  <a:ext cx="6048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E959FF95-68A7-9FFF-7ACC-BC318188C6CA}"/>
                    </a:ext>
                  </a:extLst>
                </p14:cNvPr>
                <p14:cNvContentPartPr/>
                <p14:nvPr/>
              </p14:nvContentPartPr>
              <p14:xfrm>
                <a:off x="5788860" y="2819220"/>
                <a:ext cx="148320" cy="155520"/>
              </p14:xfrm>
            </p:contentPart>
          </mc:Choice>
          <mc:Fallback>
            <p:pic>
              <p:nvPicPr>
                <p:cNvPr id="7" name="Ink 6">
                  <a:extLst>
                    <a:ext uri="{FF2B5EF4-FFF2-40B4-BE49-F238E27FC236}">
                      <a16:creationId xmlns:a16="http://schemas.microsoft.com/office/drawing/2014/main" id="{E959FF95-68A7-9FFF-7ACC-BC318188C6CA}"/>
                    </a:ext>
                  </a:extLst>
                </p:cNvPr>
                <p:cNvPicPr/>
                <p:nvPr/>
              </p:nvPicPr>
              <p:blipFill>
                <a:blip r:embed="rId9"/>
                <a:stretch>
                  <a:fillRect/>
                </a:stretch>
              </p:blipFill>
              <p:spPr>
                <a:xfrm>
                  <a:off x="5784540" y="2814900"/>
                  <a:ext cx="15696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23F2E43D-4F57-6193-E3AC-EDD5E744DFA5}"/>
                    </a:ext>
                  </a:extLst>
                </p14:cNvPr>
                <p14:cNvContentPartPr/>
                <p14:nvPr/>
              </p14:nvContentPartPr>
              <p14:xfrm>
                <a:off x="5928180" y="2811660"/>
                <a:ext cx="360" cy="360"/>
              </p14:xfrm>
            </p:contentPart>
          </mc:Choice>
          <mc:Fallback>
            <p:pic>
              <p:nvPicPr>
                <p:cNvPr id="8" name="Ink 7">
                  <a:extLst>
                    <a:ext uri="{FF2B5EF4-FFF2-40B4-BE49-F238E27FC236}">
                      <a16:creationId xmlns:a16="http://schemas.microsoft.com/office/drawing/2014/main" id="{23F2E43D-4F57-6193-E3AC-EDD5E744DFA5}"/>
                    </a:ext>
                  </a:extLst>
                </p:cNvPr>
                <p:cNvPicPr/>
                <p:nvPr/>
              </p:nvPicPr>
              <p:blipFill>
                <a:blip r:embed="rId11"/>
                <a:stretch>
                  <a:fillRect/>
                </a:stretch>
              </p:blipFill>
              <p:spPr>
                <a:xfrm>
                  <a:off x="5923860" y="2807340"/>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3529A440-8A4C-5EC5-D38A-95729BEBB0F3}"/>
                    </a:ext>
                  </a:extLst>
                </p14:cNvPr>
                <p14:cNvContentPartPr/>
                <p14:nvPr/>
              </p14:nvContentPartPr>
              <p14:xfrm>
                <a:off x="5972460" y="2847660"/>
                <a:ext cx="47160" cy="76320"/>
              </p14:xfrm>
            </p:contentPart>
          </mc:Choice>
          <mc:Fallback>
            <p:pic>
              <p:nvPicPr>
                <p:cNvPr id="10" name="Ink 9">
                  <a:extLst>
                    <a:ext uri="{FF2B5EF4-FFF2-40B4-BE49-F238E27FC236}">
                      <a16:creationId xmlns:a16="http://schemas.microsoft.com/office/drawing/2014/main" id="{3529A440-8A4C-5EC5-D38A-95729BEBB0F3}"/>
                    </a:ext>
                  </a:extLst>
                </p:cNvPr>
                <p:cNvPicPr/>
                <p:nvPr/>
              </p:nvPicPr>
              <p:blipFill>
                <a:blip r:embed="rId13"/>
                <a:stretch>
                  <a:fillRect/>
                </a:stretch>
              </p:blipFill>
              <p:spPr>
                <a:xfrm>
                  <a:off x="5968140" y="2843340"/>
                  <a:ext cx="5580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FBF01EA9-D4E1-6B04-7AF0-ADF91346E38C}"/>
                    </a:ext>
                  </a:extLst>
                </p14:cNvPr>
                <p14:cNvContentPartPr/>
                <p14:nvPr/>
              </p14:nvContentPartPr>
              <p14:xfrm>
                <a:off x="6078300" y="2845860"/>
                <a:ext cx="89280" cy="118440"/>
              </p14:xfrm>
            </p:contentPart>
          </mc:Choice>
          <mc:Fallback>
            <p:pic>
              <p:nvPicPr>
                <p:cNvPr id="12" name="Ink 11">
                  <a:extLst>
                    <a:ext uri="{FF2B5EF4-FFF2-40B4-BE49-F238E27FC236}">
                      <a16:creationId xmlns:a16="http://schemas.microsoft.com/office/drawing/2014/main" id="{FBF01EA9-D4E1-6B04-7AF0-ADF91346E38C}"/>
                    </a:ext>
                  </a:extLst>
                </p:cNvPr>
                <p:cNvPicPr/>
                <p:nvPr/>
              </p:nvPicPr>
              <p:blipFill>
                <a:blip r:embed="rId15"/>
                <a:stretch>
                  <a:fillRect/>
                </a:stretch>
              </p:blipFill>
              <p:spPr>
                <a:xfrm>
                  <a:off x="6073980" y="2841540"/>
                  <a:ext cx="9792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 name="Ink 12">
                  <a:extLst>
                    <a:ext uri="{FF2B5EF4-FFF2-40B4-BE49-F238E27FC236}">
                      <a16:creationId xmlns:a16="http://schemas.microsoft.com/office/drawing/2014/main" id="{1BCC137C-5643-0A5B-1013-C9C213253B3B}"/>
                    </a:ext>
                  </a:extLst>
                </p14:cNvPr>
                <p14:cNvContentPartPr/>
                <p14:nvPr/>
              </p14:nvContentPartPr>
              <p14:xfrm>
                <a:off x="6179820" y="2845500"/>
                <a:ext cx="66240" cy="88560"/>
              </p14:xfrm>
            </p:contentPart>
          </mc:Choice>
          <mc:Fallback>
            <p:pic>
              <p:nvPicPr>
                <p:cNvPr id="13" name="Ink 12">
                  <a:extLst>
                    <a:ext uri="{FF2B5EF4-FFF2-40B4-BE49-F238E27FC236}">
                      <a16:creationId xmlns:a16="http://schemas.microsoft.com/office/drawing/2014/main" id="{1BCC137C-5643-0A5B-1013-C9C213253B3B}"/>
                    </a:ext>
                  </a:extLst>
                </p:cNvPr>
                <p:cNvPicPr/>
                <p:nvPr/>
              </p:nvPicPr>
              <p:blipFill>
                <a:blip r:embed="rId17"/>
                <a:stretch>
                  <a:fillRect/>
                </a:stretch>
              </p:blipFill>
              <p:spPr>
                <a:xfrm>
                  <a:off x="6175500" y="2841180"/>
                  <a:ext cx="7488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4" name="Ink 13">
                  <a:extLst>
                    <a:ext uri="{FF2B5EF4-FFF2-40B4-BE49-F238E27FC236}">
                      <a16:creationId xmlns:a16="http://schemas.microsoft.com/office/drawing/2014/main" id="{A7ED6572-7CED-1CF0-4C3C-E670BC51BF44}"/>
                    </a:ext>
                  </a:extLst>
                </p14:cNvPr>
                <p14:cNvContentPartPr/>
                <p14:nvPr/>
              </p14:nvContentPartPr>
              <p14:xfrm>
                <a:off x="6293220" y="2838660"/>
                <a:ext cx="55800" cy="87480"/>
              </p14:xfrm>
            </p:contentPart>
          </mc:Choice>
          <mc:Fallback>
            <p:pic>
              <p:nvPicPr>
                <p:cNvPr id="14" name="Ink 13">
                  <a:extLst>
                    <a:ext uri="{FF2B5EF4-FFF2-40B4-BE49-F238E27FC236}">
                      <a16:creationId xmlns:a16="http://schemas.microsoft.com/office/drawing/2014/main" id="{A7ED6572-7CED-1CF0-4C3C-E670BC51BF44}"/>
                    </a:ext>
                  </a:extLst>
                </p:cNvPr>
                <p:cNvPicPr/>
                <p:nvPr/>
              </p:nvPicPr>
              <p:blipFill>
                <a:blip r:embed="rId19"/>
                <a:stretch>
                  <a:fillRect/>
                </a:stretch>
              </p:blipFill>
              <p:spPr>
                <a:xfrm>
                  <a:off x="6288900" y="2834340"/>
                  <a:ext cx="6444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5" name="Ink 14">
                  <a:extLst>
                    <a:ext uri="{FF2B5EF4-FFF2-40B4-BE49-F238E27FC236}">
                      <a16:creationId xmlns:a16="http://schemas.microsoft.com/office/drawing/2014/main" id="{AEEBD188-8E50-42BE-0842-A3655DC78EE3}"/>
                    </a:ext>
                  </a:extLst>
                </p14:cNvPr>
                <p14:cNvContentPartPr/>
                <p14:nvPr/>
              </p14:nvContentPartPr>
              <p14:xfrm>
                <a:off x="6361980" y="2765940"/>
                <a:ext cx="32040" cy="150840"/>
              </p14:xfrm>
            </p:contentPart>
          </mc:Choice>
          <mc:Fallback>
            <p:pic>
              <p:nvPicPr>
                <p:cNvPr id="15" name="Ink 14">
                  <a:extLst>
                    <a:ext uri="{FF2B5EF4-FFF2-40B4-BE49-F238E27FC236}">
                      <a16:creationId xmlns:a16="http://schemas.microsoft.com/office/drawing/2014/main" id="{AEEBD188-8E50-42BE-0842-A3655DC78EE3}"/>
                    </a:ext>
                  </a:extLst>
                </p:cNvPr>
                <p:cNvPicPr/>
                <p:nvPr/>
              </p:nvPicPr>
              <p:blipFill>
                <a:blip r:embed="rId21"/>
                <a:stretch>
                  <a:fillRect/>
                </a:stretch>
              </p:blipFill>
              <p:spPr>
                <a:xfrm>
                  <a:off x="6357660" y="2761620"/>
                  <a:ext cx="4068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6" name="Ink 15">
                  <a:extLst>
                    <a:ext uri="{FF2B5EF4-FFF2-40B4-BE49-F238E27FC236}">
                      <a16:creationId xmlns:a16="http://schemas.microsoft.com/office/drawing/2014/main" id="{8CEEB4FB-4207-64DE-2EDC-3469EAFE8B98}"/>
                    </a:ext>
                  </a:extLst>
                </p14:cNvPr>
                <p14:cNvContentPartPr/>
                <p14:nvPr/>
              </p14:nvContentPartPr>
              <p14:xfrm>
                <a:off x="6377820" y="2840460"/>
                <a:ext cx="11160" cy="9720"/>
              </p14:xfrm>
            </p:contentPart>
          </mc:Choice>
          <mc:Fallback>
            <p:pic>
              <p:nvPicPr>
                <p:cNvPr id="16" name="Ink 15">
                  <a:extLst>
                    <a:ext uri="{FF2B5EF4-FFF2-40B4-BE49-F238E27FC236}">
                      <a16:creationId xmlns:a16="http://schemas.microsoft.com/office/drawing/2014/main" id="{8CEEB4FB-4207-64DE-2EDC-3469EAFE8B98}"/>
                    </a:ext>
                  </a:extLst>
                </p:cNvPr>
                <p:cNvPicPr/>
                <p:nvPr/>
              </p:nvPicPr>
              <p:blipFill>
                <a:blip r:embed="rId23"/>
                <a:stretch>
                  <a:fillRect/>
                </a:stretch>
              </p:blipFill>
              <p:spPr>
                <a:xfrm>
                  <a:off x="6373500" y="2836140"/>
                  <a:ext cx="19800" cy="183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7" name="Ink 16">
                  <a:extLst>
                    <a:ext uri="{FF2B5EF4-FFF2-40B4-BE49-F238E27FC236}">
                      <a16:creationId xmlns:a16="http://schemas.microsoft.com/office/drawing/2014/main" id="{F90E3C8F-CE02-559C-2B65-09C0FB029920}"/>
                    </a:ext>
                  </a:extLst>
                </p14:cNvPr>
                <p14:cNvContentPartPr/>
                <p14:nvPr/>
              </p14:nvContentPartPr>
              <p14:xfrm>
                <a:off x="6405540" y="2802300"/>
                <a:ext cx="60840" cy="92520"/>
              </p14:xfrm>
            </p:contentPart>
          </mc:Choice>
          <mc:Fallback>
            <p:pic>
              <p:nvPicPr>
                <p:cNvPr id="17" name="Ink 16">
                  <a:extLst>
                    <a:ext uri="{FF2B5EF4-FFF2-40B4-BE49-F238E27FC236}">
                      <a16:creationId xmlns:a16="http://schemas.microsoft.com/office/drawing/2014/main" id="{F90E3C8F-CE02-559C-2B65-09C0FB029920}"/>
                    </a:ext>
                  </a:extLst>
                </p:cNvPr>
                <p:cNvPicPr/>
                <p:nvPr/>
              </p:nvPicPr>
              <p:blipFill>
                <a:blip r:embed="rId25"/>
                <a:stretch>
                  <a:fillRect/>
                </a:stretch>
              </p:blipFill>
              <p:spPr>
                <a:xfrm>
                  <a:off x="6401220" y="2797980"/>
                  <a:ext cx="6948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8" name="Ink 17">
                  <a:extLst>
                    <a:ext uri="{FF2B5EF4-FFF2-40B4-BE49-F238E27FC236}">
                      <a16:creationId xmlns:a16="http://schemas.microsoft.com/office/drawing/2014/main" id="{F7FB99F5-1701-FA28-FF9B-90F89439095F}"/>
                    </a:ext>
                  </a:extLst>
                </p14:cNvPr>
                <p14:cNvContentPartPr/>
                <p14:nvPr/>
              </p14:nvContentPartPr>
              <p14:xfrm>
                <a:off x="6461700" y="2773500"/>
                <a:ext cx="63000" cy="189720"/>
              </p14:xfrm>
            </p:contentPart>
          </mc:Choice>
          <mc:Fallback>
            <p:pic>
              <p:nvPicPr>
                <p:cNvPr id="18" name="Ink 17">
                  <a:extLst>
                    <a:ext uri="{FF2B5EF4-FFF2-40B4-BE49-F238E27FC236}">
                      <a16:creationId xmlns:a16="http://schemas.microsoft.com/office/drawing/2014/main" id="{F7FB99F5-1701-FA28-FF9B-90F89439095F}"/>
                    </a:ext>
                  </a:extLst>
                </p:cNvPr>
                <p:cNvPicPr/>
                <p:nvPr/>
              </p:nvPicPr>
              <p:blipFill>
                <a:blip r:embed="rId27"/>
                <a:stretch>
                  <a:fillRect/>
                </a:stretch>
              </p:blipFill>
              <p:spPr>
                <a:xfrm>
                  <a:off x="6457380" y="2769180"/>
                  <a:ext cx="71640" cy="198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8">
            <p14:nvContentPartPr>
              <p14:cNvPr id="19" name="Ink 18">
                <a:extLst>
                  <a:ext uri="{FF2B5EF4-FFF2-40B4-BE49-F238E27FC236}">
                    <a16:creationId xmlns:a16="http://schemas.microsoft.com/office/drawing/2014/main" id="{D8DC17A7-E3C8-FDC1-87D4-43F11DF01D61}"/>
                  </a:ext>
                </a:extLst>
              </p14:cNvPr>
              <p14:cNvContentPartPr/>
              <p14:nvPr/>
            </p14:nvContentPartPr>
            <p14:xfrm>
              <a:off x="6664380" y="2826780"/>
              <a:ext cx="3600" cy="84240"/>
            </p14:xfrm>
          </p:contentPart>
        </mc:Choice>
        <mc:Fallback>
          <p:pic>
            <p:nvPicPr>
              <p:cNvPr id="19" name="Ink 18">
                <a:extLst>
                  <a:ext uri="{FF2B5EF4-FFF2-40B4-BE49-F238E27FC236}">
                    <a16:creationId xmlns:a16="http://schemas.microsoft.com/office/drawing/2014/main" id="{D8DC17A7-E3C8-FDC1-87D4-43F11DF01D61}"/>
                  </a:ext>
                </a:extLst>
              </p:cNvPr>
              <p:cNvPicPr/>
              <p:nvPr/>
            </p:nvPicPr>
            <p:blipFill>
              <a:blip r:embed="rId29"/>
              <a:stretch>
                <a:fillRect/>
              </a:stretch>
            </p:blipFill>
            <p:spPr>
              <a:xfrm>
                <a:off x="6660060" y="2822460"/>
                <a:ext cx="12240" cy="92880"/>
              </a:xfrm>
              <a:prstGeom prst="rect">
                <a:avLst/>
              </a:prstGeom>
            </p:spPr>
          </p:pic>
        </mc:Fallback>
      </mc:AlternateContent>
      <p:grpSp>
        <p:nvGrpSpPr>
          <p:cNvPr id="46" name="Group 45">
            <a:extLst>
              <a:ext uri="{FF2B5EF4-FFF2-40B4-BE49-F238E27FC236}">
                <a16:creationId xmlns:a16="http://schemas.microsoft.com/office/drawing/2014/main" id="{79D11ABE-FA5B-DD23-E37E-A0ACF7E739DD}"/>
              </a:ext>
            </a:extLst>
          </p:cNvPr>
          <p:cNvGrpSpPr/>
          <p:nvPr/>
        </p:nvGrpSpPr>
        <p:grpSpPr>
          <a:xfrm>
            <a:off x="6943380" y="2773500"/>
            <a:ext cx="671400" cy="252720"/>
            <a:chOff x="6943380" y="2773500"/>
            <a:chExt cx="671400" cy="252720"/>
          </a:xfrm>
        </p:grpSpPr>
        <mc:AlternateContent xmlns:mc="http://schemas.openxmlformats.org/markup-compatibility/2006">
          <mc:Choice xmlns:p14="http://schemas.microsoft.com/office/powerpoint/2010/main" Requires="p14">
            <p:contentPart p14:bwMode="auto" r:id="rId30">
              <p14:nvContentPartPr>
                <p14:cNvPr id="21" name="Ink 20">
                  <a:extLst>
                    <a:ext uri="{FF2B5EF4-FFF2-40B4-BE49-F238E27FC236}">
                      <a16:creationId xmlns:a16="http://schemas.microsoft.com/office/drawing/2014/main" id="{B1D95F4C-9685-E561-6138-AF26E295E351}"/>
                    </a:ext>
                  </a:extLst>
                </p14:cNvPr>
                <p14:cNvContentPartPr/>
                <p14:nvPr/>
              </p14:nvContentPartPr>
              <p14:xfrm>
                <a:off x="6943380" y="2868900"/>
                <a:ext cx="91800" cy="157320"/>
              </p14:xfrm>
            </p:contentPart>
          </mc:Choice>
          <mc:Fallback>
            <p:pic>
              <p:nvPicPr>
                <p:cNvPr id="21" name="Ink 20">
                  <a:extLst>
                    <a:ext uri="{FF2B5EF4-FFF2-40B4-BE49-F238E27FC236}">
                      <a16:creationId xmlns:a16="http://schemas.microsoft.com/office/drawing/2014/main" id="{B1D95F4C-9685-E561-6138-AF26E295E351}"/>
                    </a:ext>
                  </a:extLst>
                </p:cNvPr>
                <p:cNvPicPr/>
                <p:nvPr/>
              </p:nvPicPr>
              <p:blipFill>
                <a:blip r:embed="rId31"/>
                <a:stretch>
                  <a:fillRect/>
                </a:stretch>
              </p:blipFill>
              <p:spPr>
                <a:xfrm>
                  <a:off x="6939060" y="2864580"/>
                  <a:ext cx="10044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2" name="Ink 21">
                  <a:extLst>
                    <a:ext uri="{FF2B5EF4-FFF2-40B4-BE49-F238E27FC236}">
                      <a16:creationId xmlns:a16="http://schemas.microsoft.com/office/drawing/2014/main" id="{B1D86D56-9DD6-6C71-8CA2-EF691342F584}"/>
                    </a:ext>
                  </a:extLst>
                </p14:cNvPr>
                <p14:cNvContentPartPr/>
                <p14:nvPr/>
              </p14:nvContentPartPr>
              <p14:xfrm>
                <a:off x="7065060" y="2890500"/>
                <a:ext cx="92880" cy="121320"/>
              </p14:xfrm>
            </p:contentPart>
          </mc:Choice>
          <mc:Fallback>
            <p:pic>
              <p:nvPicPr>
                <p:cNvPr id="22" name="Ink 21">
                  <a:extLst>
                    <a:ext uri="{FF2B5EF4-FFF2-40B4-BE49-F238E27FC236}">
                      <a16:creationId xmlns:a16="http://schemas.microsoft.com/office/drawing/2014/main" id="{B1D86D56-9DD6-6C71-8CA2-EF691342F584}"/>
                    </a:ext>
                  </a:extLst>
                </p:cNvPr>
                <p:cNvPicPr/>
                <p:nvPr/>
              </p:nvPicPr>
              <p:blipFill>
                <a:blip r:embed="rId33"/>
                <a:stretch>
                  <a:fillRect/>
                </a:stretch>
              </p:blipFill>
              <p:spPr>
                <a:xfrm>
                  <a:off x="7060740" y="2886180"/>
                  <a:ext cx="10152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3" name="Ink 22">
                  <a:extLst>
                    <a:ext uri="{FF2B5EF4-FFF2-40B4-BE49-F238E27FC236}">
                      <a16:creationId xmlns:a16="http://schemas.microsoft.com/office/drawing/2014/main" id="{FA682A12-33F2-E1AF-8D21-BC0344560C41}"/>
                    </a:ext>
                  </a:extLst>
                </p14:cNvPr>
                <p14:cNvContentPartPr/>
                <p14:nvPr/>
              </p14:nvContentPartPr>
              <p14:xfrm>
                <a:off x="7187820" y="2818140"/>
                <a:ext cx="31680" cy="66600"/>
              </p14:xfrm>
            </p:contentPart>
          </mc:Choice>
          <mc:Fallback>
            <p:pic>
              <p:nvPicPr>
                <p:cNvPr id="23" name="Ink 22">
                  <a:extLst>
                    <a:ext uri="{FF2B5EF4-FFF2-40B4-BE49-F238E27FC236}">
                      <a16:creationId xmlns:a16="http://schemas.microsoft.com/office/drawing/2014/main" id="{FA682A12-33F2-E1AF-8D21-BC0344560C41}"/>
                    </a:ext>
                  </a:extLst>
                </p:cNvPr>
                <p:cNvPicPr/>
                <p:nvPr/>
              </p:nvPicPr>
              <p:blipFill>
                <a:blip r:embed="rId35"/>
                <a:stretch>
                  <a:fillRect/>
                </a:stretch>
              </p:blipFill>
              <p:spPr>
                <a:xfrm>
                  <a:off x="7183500" y="2813820"/>
                  <a:ext cx="4032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4" name="Ink 23">
                  <a:extLst>
                    <a:ext uri="{FF2B5EF4-FFF2-40B4-BE49-F238E27FC236}">
                      <a16:creationId xmlns:a16="http://schemas.microsoft.com/office/drawing/2014/main" id="{6544290E-C262-EC47-71EC-5B294238E075}"/>
                    </a:ext>
                  </a:extLst>
                </p14:cNvPr>
                <p14:cNvContentPartPr/>
                <p14:nvPr/>
              </p14:nvContentPartPr>
              <p14:xfrm>
                <a:off x="7248300" y="2773500"/>
                <a:ext cx="36720" cy="220680"/>
              </p14:xfrm>
            </p:contentPart>
          </mc:Choice>
          <mc:Fallback>
            <p:pic>
              <p:nvPicPr>
                <p:cNvPr id="24" name="Ink 23">
                  <a:extLst>
                    <a:ext uri="{FF2B5EF4-FFF2-40B4-BE49-F238E27FC236}">
                      <a16:creationId xmlns:a16="http://schemas.microsoft.com/office/drawing/2014/main" id="{6544290E-C262-EC47-71EC-5B294238E075}"/>
                    </a:ext>
                  </a:extLst>
                </p:cNvPr>
                <p:cNvPicPr/>
                <p:nvPr/>
              </p:nvPicPr>
              <p:blipFill>
                <a:blip r:embed="rId37"/>
                <a:stretch>
                  <a:fillRect/>
                </a:stretch>
              </p:blipFill>
              <p:spPr>
                <a:xfrm>
                  <a:off x="7243980" y="2769180"/>
                  <a:ext cx="4536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5" name="Ink 24">
                  <a:extLst>
                    <a:ext uri="{FF2B5EF4-FFF2-40B4-BE49-F238E27FC236}">
                      <a16:creationId xmlns:a16="http://schemas.microsoft.com/office/drawing/2014/main" id="{FCDB86CF-5008-89DD-CBAF-00F68530A900}"/>
                    </a:ext>
                  </a:extLst>
                </p14:cNvPr>
                <p14:cNvContentPartPr/>
                <p14:nvPr/>
              </p14:nvContentPartPr>
              <p14:xfrm>
                <a:off x="7303380" y="2888700"/>
                <a:ext cx="41400" cy="71640"/>
              </p14:xfrm>
            </p:contentPart>
          </mc:Choice>
          <mc:Fallback>
            <p:pic>
              <p:nvPicPr>
                <p:cNvPr id="25" name="Ink 24">
                  <a:extLst>
                    <a:ext uri="{FF2B5EF4-FFF2-40B4-BE49-F238E27FC236}">
                      <a16:creationId xmlns:a16="http://schemas.microsoft.com/office/drawing/2014/main" id="{FCDB86CF-5008-89DD-CBAF-00F68530A900}"/>
                    </a:ext>
                  </a:extLst>
                </p:cNvPr>
                <p:cNvPicPr/>
                <p:nvPr/>
              </p:nvPicPr>
              <p:blipFill>
                <a:blip r:embed="rId39"/>
                <a:stretch>
                  <a:fillRect/>
                </a:stretch>
              </p:blipFill>
              <p:spPr>
                <a:xfrm>
                  <a:off x="7299060" y="2884380"/>
                  <a:ext cx="50040" cy="802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6" name="Ink 25">
                  <a:extLst>
                    <a:ext uri="{FF2B5EF4-FFF2-40B4-BE49-F238E27FC236}">
                      <a16:creationId xmlns:a16="http://schemas.microsoft.com/office/drawing/2014/main" id="{CF3423DB-8131-3CFD-653B-235546BC83E5}"/>
                    </a:ext>
                  </a:extLst>
                </p14:cNvPr>
                <p14:cNvContentPartPr/>
                <p14:nvPr/>
              </p14:nvContentPartPr>
              <p14:xfrm>
                <a:off x="7410660" y="2880060"/>
                <a:ext cx="204120" cy="39240"/>
              </p14:xfrm>
            </p:contentPart>
          </mc:Choice>
          <mc:Fallback>
            <p:pic>
              <p:nvPicPr>
                <p:cNvPr id="26" name="Ink 25">
                  <a:extLst>
                    <a:ext uri="{FF2B5EF4-FFF2-40B4-BE49-F238E27FC236}">
                      <a16:creationId xmlns:a16="http://schemas.microsoft.com/office/drawing/2014/main" id="{CF3423DB-8131-3CFD-653B-235546BC83E5}"/>
                    </a:ext>
                  </a:extLst>
                </p:cNvPr>
                <p:cNvPicPr/>
                <p:nvPr/>
              </p:nvPicPr>
              <p:blipFill>
                <a:blip r:embed="rId41"/>
                <a:stretch>
                  <a:fillRect/>
                </a:stretch>
              </p:blipFill>
              <p:spPr>
                <a:xfrm>
                  <a:off x="7406340" y="2875740"/>
                  <a:ext cx="21276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7" name="Ink 26">
                  <a:extLst>
                    <a:ext uri="{FF2B5EF4-FFF2-40B4-BE49-F238E27FC236}">
                      <a16:creationId xmlns:a16="http://schemas.microsoft.com/office/drawing/2014/main" id="{43CBD944-7421-52DB-1E82-DAEC32BDB900}"/>
                    </a:ext>
                  </a:extLst>
                </p14:cNvPr>
                <p14:cNvContentPartPr/>
                <p14:nvPr/>
              </p14:nvContentPartPr>
              <p14:xfrm>
                <a:off x="7563300" y="2872500"/>
                <a:ext cx="50040" cy="86760"/>
              </p14:xfrm>
            </p:contentPart>
          </mc:Choice>
          <mc:Fallback>
            <p:pic>
              <p:nvPicPr>
                <p:cNvPr id="27" name="Ink 26">
                  <a:extLst>
                    <a:ext uri="{FF2B5EF4-FFF2-40B4-BE49-F238E27FC236}">
                      <a16:creationId xmlns:a16="http://schemas.microsoft.com/office/drawing/2014/main" id="{43CBD944-7421-52DB-1E82-DAEC32BDB900}"/>
                    </a:ext>
                  </a:extLst>
                </p:cNvPr>
                <p:cNvPicPr/>
                <p:nvPr/>
              </p:nvPicPr>
              <p:blipFill>
                <a:blip r:embed="rId43"/>
                <a:stretch>
                  <a:fillRect/>
                </a:stretch>
              </p:blipFill>
              <p:spPr>
                <a:xfrm>
                  <a:off x="7558980" y="2868180"/>
                  <a:ext cx="58680" cy="95400"/>
                </a:xfrm>
                <a:prstGeom prst="rect">
                  <a:avLst/>
                </a:prstGeom>
              </p:spPr>
            </p:pic>
          </mc:Fallback>
        </mc:AlternateContent>
      </p:grpSp>
      <p:grpSp>
        <p:nvGrpSpPr>
          <p:cNvPr id="45" name="Group 44">
            <a:extLst>
              <a:ext uri="{FF2B5EF4-FFF2-40B4-BE49-F238E27FC236}">
                <a16:creationId xmlns:a16="http://schemas.microsoft.com/office/drawing/2014/main" id="{AB046126-259B-93BB-0FEB-143B4A5E3E39}"/>
              </a:ext>
            </a:extLst>
          </p:cNvPr>
          <p:cNvGrpSpPr/>
          <p:nvPr/>
        </p:nvGrpSpPr>
        <p:grpSpPr>
          <a:xfrm>
            <a:off x="7802700" y="2863500"/>
            <a:ext cx="87120" cy="145080"/>
            <a:chOff x="7802700" y="2863500"/>
            <a:chExt cx="87120" cy="145080"/>
          </a:xfrm>
        </p:grpSpPr>
        <mc:AlternateContent xmlns:mc="http://schemas.openxmlformats.org/markup-compatibility/2006">
          <mc:Choice xmlns:p14="http://schemas.microsoft.com/office/powerpoint/2010/main" Requires="p14">
            <p:contentPart p14:bwMode="auto" r:id="rId44">
              <p14:nvContentPartPr>
                <p14:cNvPr id="28" name="Ink 27">
                  <a:extLst>
                    <a:ext uri="{FF2B5EF4-FFF2-40B4-BE49-F238E27FC236}">
                      <a16:creationId xmlns:a16="http://schemas.microsoft.com/office/drawing/2014/main" id="{AC4980CA-87F6-FDE8-AA25-A119A0B7DE4D}"/>
                    </a:ext>
                  </a:extLst>
                </p14:cNvPr>
                <p14:cNvContentPartPr/>
                <p14:nvPr/>
              </p14:nvContentPartPr>
              <p14:xfrm>
                <a:off x="7802700" y="2863500"/>
                <a:ext cx="25560" cy="145080"/>
              </p14:xfrm>
            </p:contentPart>
          </mc:Choice>
          <mc:Fallback>
            <p:pic>
              <p:nvPicPr>
                <p:cNvPr id="28" name="Ink 27">
                  <a:extLst>
                    <a:ext uri="{FF2B5EF4-FFF2-40B4-BE49-F238E27FC236}">
                      <a16:creationId xmlns:a16="http://schemas.microsoft.com/office/drawing/2014/main" id="{AC4980CA-87F6-FDE8-AA25-A119A0B7DE4D}"/>
                    </a:ext>
                  </a:extLst>
                </p:cNvPr>
                <p:cNvPicPr/>
                <p:nvPr/>
              </p:nvPicPr>
              <p:blipFill>
                <a:blip r:embed="rId45"/>
                <a:stretch>
                  <a:fillRect/>
                </a:stretch>
              </p:blipFill>
              <p:spPr>
                <a:xfrm>
                  <a:off x="7798380" y="2859180"/>
                  <a:ext cx="3420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9" name="Ink 28">
                  <a:extLst>
                    <a:ext uri="{FF2B5EF4-FFF2-40B4-BE49-F238E27FC236}">
                      <a16:creationId xmlns:a16="http://schemas.microsoft.com/office/drawing/2014/main" id="{58195C73-CA9B-BE6B-5DFA-78C6383114BD}"/>
                    </a:ext>
                  </a:extLst>
                </p14:cNvPr>
                <p14:cNvContentPartPr/>
                <p14:nvPr/>
              </p14:nvContentPartPr>
              <p14:xfrm>
                <a:off x="7808820" y="2994540"/>
                <a:ext cx="81000" cy="7920"/>
              </p14:xfrm>
            </p:contentPart>
          </mc:Choice>
          <mc:Fallback>
            <p:pic>
              <p:nvPicPr>
                <p:cNvPr id="29" name="Ink 28">
                  <a:extLst>
                    <a:ext uri="{FF2B5EF4-FFF2-40B4-BE49-F238E27FC236}">
                      <a16:creationId xmlns:a16="http://schemas.microsoft.com/office/drawing/2014/main" id="{58195C73-CA9B-BE6B-5DFA-78C6383114BD}"/>
                    </a:ext>
                  </a:extLst>
                </p:cNvPr>
                <p:cNvPicPr/>
                <p:nvPr/>
              </p:nvPicPr>
              <p:blipFill>
                <a:blip r:embed="rId47"/>
                <a:stretch>
                  <a:fillRect/>
                </a:stretch>
              </p:blipFill>
              <p:spPr>
                <a:xfrm>
                  <a:off x="7804500" y="2990220"/>
                  <a:ext cx="89640" cy="165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8">
            <p14:nvContentPartPr>
              <p14:cNvPr id="30" name="Ink 29">
                <a:extLst>
                  <a:ext uri="{FF2B5EF4-FFF2-40B4-BE49-F238E27FC236}">
                    <a16:creationId xmlns:a16="http://schemas.microsoft.com/office/drawing/2014/main" id="{5D08789D-BCEF-5389-6D11-0560497DE222}"/>
                  </a:ext>
                </a:extLst>
              </p14:cNvPr>
              <p14:cNvContentPartPr/>
              <p14:nvPr/>
            </p14:nvContentPartPr>
            <p14:xfrm>
              <a:off x="8012940" y="2986980"/>
              <a:ext cx="10800" cy="76680"/>
            </p14:xfrm>
          </p:contentPart>
        </mc:Choice>
        <mc:Fallback>
          <p:pic>
            <p:nvPicPr>
              <p:cNvPr id="30" name="Ink 29">
                <a:extLst>
                  <a:ext uri="{FF2B5EF4-FFF2-40B4-BE49-F238E27FC236}">
                    <a16:creationId xmlns:a16="http://schemas.microsoft.com/office/drawing/2014/main" id="{5D08789D-BCEF-5389-6D11-0560497DE222}"/>
                  </a:ext>
                </a:extLst>
              </p:cNvPr>
              <p:cNvPicPr/>
              <p:nvPr/>
            </p:nvPicPr>
            <p:blipFill>
              <a:blip r:embed="rId49"/>
              <a:stretch>
                <a:fillRect/>
              </a:stretch>
            </p:blipFill>
            <p:spPr>
              <a:xfrm>
                <a:off x="8008620" y="2982660"/>
                <a:ext cx="19440" cy="85320"/>
              </a:xfrm>
              <a:prstGeom prst="rect">
                <a:avLst/>
              </a:prstGeom>
            </p:spPr>
          </p:pic>
        </mc:Fallback>
      </mc:AlternateContent>
      <p:grpSp>
        <p:nvGrpSpPr>
          <p:cNvPr id="44" name="Group 43">
            <a:extLst>
              <a:ext uri="{FF2B5EF4-FFF2-40B4-BE49-F238E27FC236}">
                <a16:creationId xmlns:a16="http://schemas.microsoft.com/office/drawing/2014/main" id="{B4C9EC03-4092-BB60-4C81-EE6EFC72D74E}"/>
              </a:ext>
            </a:extLst>
          </p:cNvPr>
          <p:cNvGrpSpPr/>
          <p:nvPr/>
        </p:nvGrpSpPr>
        <p:grpSpPr>
          <a:xfrm>
            <a:off x="8259900" y="2735340"/>
            <a:ext cx="335520" cy="259920"/>
            <a:chOff x="8259900" y="2735340"/>
            <a:chExt cx="335520" cy="259920"/>
          </a:xfrm>
        </p:grpSpPr>
        <mc:AlternateContent xmlns:mc="http://schemas.openxmlformats.org/markup-compatibility/2006">
          <mc:Choice xmlns:p14="http://schemas.microsoft.com/office/powerpoint/2010/main" Requires="p14">
            <p:contentPart p14:bwMode="auto" r:id="rId50">
              <p14:nvContentPartPr>
                <p14:cNvPr id="31" name="Ink 30">
                  <a:extLst>
                    <a:ext uri="{FF2B5EF4-FFF2-40B4-BE49-F238E27FC236}">
                      <a16:creationId xmlns:a16="http://schemas.microsoft.com/office/drawing/2014/main" id="{94F38232-3568-9BE0-7384-E4851FC1574C}"/>
                    </a:ext>
                  </a:extLst>
                </p14:cNvPr>
                <p14:cNvContentPartPr/>
                <p14:nvPr/>
              </p14:nvContentPartPr>
              <p14:xfrm>
                <a:off x="8259900" y="2872500"/>
                <a:ext cx="39240" cy="122760"/>
              </p14:xfrm>
            </p:contentPart>
          </mc:Choice>
          <mc:Fallback>
            <p:pic>
              <p:nvPicPr>
                <p:cNvPr id="31" name="Ink 30">
                  <a:extLst>
                    <a:ext uri="{FF2B5EF4-FFF2-40B4-BE49-F238E27FC236}">
                      <a16:creationId xmlns:a16="http://schemas.microsoft.com/office/drawing/2014/main" id="{94F38232-3568-9BE0-7384-E4851FC1574C}"/>
                    </a:ext>
                  </a:extLst>
                </p:cNvPr>
                <p:cNvPicPr/>
                <p:nvPr/>
              </p:nvPicPr>
              <p:blipFill>
                <a:blip r:embed="rId51"/>
                <a:stretch>
                  <a:fillRect/>
                </a:stretch>
              </p:blipFill>
              <p:spPr>
                <a:xfrm>
                  <a:off x="8255580" y="2868180"/>
                  <a:ext cx="47880" cy="1314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2" name="Ink 31">
                  <a:extLst>
                    <a:ext uri="{FF2B5EF4-FFF2-40B4-BE49-F238E27FC236}">
                      <a16:creationId xmlns:a16="http://schemas.microsoft.com/office/drawing/2014/main" id="{FF90D596-C77B-39F5-81E8-0DB2191A37D1}"/>
                    </a:ext>
                  </a:extLst>
                </p14:cNvPr>
                <p14:cNvContentPartPr/>
                <p14:nvPr/>
              </p14:nvContentPartPr>
              <p14:xfrm>
                <a:off x="8342340" y="2849820"/>
                <a:ext cx="65160" cy="120600"/>
              </p14:xfrm>
            </p:contentPart>
          </mc:Choice>
          <mc:Fallback>
            <p:pic>
              <p:nvPicPr>
                <p:cNvPr id="32" name="Ink 31">
                  <a:extLst>
                    <a:ext uri="{FF2B5EF4-FFF2-40B4-BE49-F238E27FC236}">
                      <a16:creationId xmlns:a16="http://schemas.microsoft.com/office/drawing/2014/main" id="{FF90D596-C77B-39F5-81E8-0DB2191A37D1}"/>
                    </a:ext>
                  </a:extLst>
                </p:cNvPr>
                <p:cNvPicPr/>
                <p:nvPr/>
              </p:nvPicPr>
              <p:blipFill>
                <a:blip r:embed="rId53"/>
                <a:stretch>
                  <a:fillRect/>
                </a:stretch>
              </p:blipFill>
              <p:spPr>
                <a:xfrm>
                  <a:off x="8338020" y="2845500"/>
                  <a:ext cx="7380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3" name="Ink 32">
                  <a:extLst>
                    <a:ext uri="{FF2B5EF4-FFF2-40B4-BE49-F238E27FC236}">
                      <a16:creationId xmlns:a16="http://schemas.microsoft.com/office/drawing/2014/main" id="{09F6E288-33B4-713C-C56C-F1734312DB76}"/>
                    </a:ext>
                  </a:extLst>
                </p14:cNvPr>
                <p14:cNvContentPartPr/>
                <p14:nvPr/>
              </p14:nvContentPartPr>
              <p14:xfrm>
                <a:off x="8430540" y="2813100"/>
                <a:ext cx="42840" cy="57600"/>
              </p14:xfrm>
            </p:contentPart>
          </mc:Choice>
          <mc:Fallback>
            <p:pic>
              <p:nvPicPr>
                <p:cNvPr id="33" name="Ink 32">
                  <a:extLst>
                    <a:ext uri="{FF2B5EF4-FFF2-40B4-BE49-F238E27FC236}">
                      <a16:creationId xmlns:a16="http://schemas.microsoft.com/office/drawing/2014/main" id="{09F6E288-33B4-713C-C56C-F1734312DB76}"/>
                    </a:ext>
                  </a:extLst>
                </p:cNvPr>
                <p:cNvPicPr/>
                <p:nvPr/>
              </p:nvPicPr>
              <p:blipFill>
                <a:blip r:embed="rId55"/>
                <a:stretch>
                  <a:fillRect/>
                </a:stretch>
              </p:blipFill>
              <p:spPr>
                <a:xfrm>
                  <a:off x="8426220" y="2808780"/>
                  <a:ext cx="5148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4" name="Ink 33">
                  <a:extLst>
                    <a:ext uri="{FF2B5EF4-FFF2-40B4-BE49-F238E27FC236}">
                      <a16:creationId xmlns:a16="http://schemas.microsoft.com/office/drawing/2014/main" id="{09210390-3F09-558D-EADA-C0D039BD0A10}"/>
                    </a:ext>
                  </a:extLst>
                </p14:cNvPr>
                <p14:cNvContentPartPr/>
                <p14:nvPr/>
              </p14:nvContentPartPr>
              <p14:xfrm>
                <a:off x="8496780" y="2735340"/>
                <a:ext cx="37440" cy="230400"/>
              </p14:xfrm>
            </p:contentPart>
          </mc:Choice>
          <mc:Fallback>
            <p:pic>
              <p:nvPicPr>
                <p:cNvPr id="34" name="Ink 33">
                  <a:extLst>
                    <a:ext uri="{FF2B5EF4-FFF2-40B4-BE49-F238E27FC236}">
                      <a16:creationId xmlns:a16="http://schemas.microsoft.com/office/drawing/2014/main" id="{09210390-3F09-558D-EADA-C0D039BD0A10}"/>
                    </a:ext>
                  </a:extLst>
                </p:cNvPr>
                <p:cNvPicPr/>
                <p:nvPr/>
              </p:nvPicPr>
              <p:blipFill>
                <a:blip r:embed="rId57"/>
                <a:stretch>
                  <a:fillRect/>
                </a:stretch>
              </p:blipFill>
              <p:spPr>
                <a:xfrm>
                  <a:off x="8492460" y="2731020"/>
                  <a:ext cx="4608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5" name="Ink 34">
                  <a:extLst>
                    <a:ext uri="{FF2B5EF4-FFF2-40B4-BE49-F238E27FC236}">
                      <a16:creationId xmlns:a16="http://schemas.microsoft.com/office/drawing/2014/main" id="{7FB7169F-CA9E-881A-3F4A-D27190706E38}"/>
                    </a:ext>
                  </a:extLst>
                </p14:cNvPr>
                <p14:cNvContentPartPr/>
                <p14:nvPr/>
              </p14:nvContentPartPr>
              <p14:xfrm>
                <a:off x="8563380" y="2867820"/>
                <a:ext cx="32040" cy="68760"/>
              </p14:xfrm>
            </p:contentPart>
          </mc:Choice>
          <mc:Fallback>
            <p:pic>
              <p:nvPicPr>
                <p:cNvPr id="35" name="Ink 34">
                  <a:extLst>
                    <a:ext uri="{FF2B5EF4-FFF2-40B4-BE49-F238E27FC236}">
                      <a16:creationId xmlns:a16="http://schemas.microsoft.com/office/drawing/2014/main" id="{7FB7169F-CA9E-881A-3F4A-D27190706E38}"/>
                    </a:ext>
                  </a:extLst>
                </p:cNvPr>
                <p:cNvPicPr/>
                <p:nvPr/>
              </p:nvPicPr>
              <p:blipFill>
                <a:blip r:embed="rId59"/>
                <a:stretch>
                  <a:fillRect/>
                </a:stretch>
              </p:blipFill>
              <p:spPr>
                <a:xfrm>
                  <a:off x="8559060" y="2863500"/>
                  <a:ext cx="40680" cy="77400"/>
                </a:xfrm>
                <a:prstGeom prst="rect">
                  <a:avLst/>
                </a:prstGeom>
              </p:spPr>
            </p:pic>
          </mc:Fallback>
        </mc:AlternateContent>
      </p:grpSp>
      <p:grpSp>
        <p:nvGrpSpPr>
          <p:cNvPr id="57" name="Group 56">
            <a:extLst>
              <a:ext uri="{FF2B5EF4-FFF2-40B4-BE49-F238E27FC236}">
                <a16:creationId xmlns:a16="http://schemas.microsoft.com/office/drawing/2014/main" id="{6283C1EF-246F-ACF4-50FB-7B74D5638C67}"/>
              </a:ext>
            </a:extLst>
          </p:cNvPr>
          <p:cNvGrpSpPr/>
          <p:nvPr/>
        </p:nvGrpSpPr>
        <p:grpSpPr>
          <a:xfrm>
            <a:off x="8763180" y="2795460"/>
            <a:ext cx="2002320" cy="310680"/>
            <a:chOff x="8763180" y="2795460"/>
            <a:chExt cx="2002320" cy="310680"/>
          </a:xfrm>
        </p:grpSpPr>
        <mc:AlternateContent xmlns:mc="http://schemas.openxmlformats.org/markup-compatibility/2006">
          <mc:Choice xmlns:p14="http://schemas.microsoft.com/office/powerpoint/2010/main" Requires="p14">
            <p:contentPart p14:bwMode="auto" r:id="rId60">
              <p14:nvContentPartPr>
                <p14:cNvPr id="36" name="Ink 35">
                  <a:extLst>
                    <a:ext uri="{FF2B5EF4-FFF2-40B4-BE49-F238E27FC236}">
                      <a16:creationId xmlns:a16="http://schemas.microsoft.com/office/drawing/2014/main" id="{2924F64F-EDD9-A369-E823-CCDF132B2BD9}"/>
                    </a:ext>
                  </a:extLst>
                </p14:cNvPr>
                <p14:cNvContentPartPr/>
                <p14:nvPr/>
              </p14:nvContentPartPr>
              <p14:xfrm>
                <a:off x="8763180" y="2843700"/>
                <a:ext cx="64080" cy="135720"/>
              </p14:xfrm>
            </p:contentPart>
          </mc:Choice>
          <mc:Fallback>
            <p:pic>
              <p:nvPicPr>
                <p:cNvPr id="36" name="Ink 35">
                  <a:extLst>
                    <a:ext uri="{FF2B5EF4-FFF2-40B4-BE49-F238E27FC236}">
                      <a16:creationId xmlns:a16="http://schemas.microsoft.com/office/drawing/2014/main" id="{2924F64F-EDD9-A369-E823-CCDF132B2BD9}"/>
                    </a:ext>
                  </a:extLst>
                </p:cNvPr>
                <p:cNvPicPr/>
                <p:nvPr/>
              </p:nvPicPr>
              <p:blipFill>
                <a:blip r:embed="rId61"/>
                <a:stretch>
                  <a:fillRect/>
                </a:stretch>
              </p:blipFill>
              <p:spPr>
                <a:xfrm>
                  <a:off x="8758860" y="2839380"/>
                  <a:ext cx="7272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7" name="Ink 36">
                  <a:extLst>
                    <a:ext uri="{FF2B5EF4-FFF2-40B4-BE49-F238E27FC236}">
                      <a16:creationId xmlns:a16="http://schemas.microsoft.com/office/drawing/2014/main" id="{2999020F-3D63-0CAF-393B-61F30BC0E79F}"/>
                    </a:ext>
                  </a:extLst>
                </p14:cNvPr>
                <p14:cNvContentPartPr/>
                <p14:nvPr/>
              </p14:nvContentPartPr>
              <p14:xfrm>
                <a:off x="8896740" y="2925780"/>
                <a:ext cx="3240" cy="27720"/>
              </p14:xfrm>
            </p:contentPart>
          </mc:Choice>
          <mc:Fallback>
            <p:pic>
              <p:nvPicPr>
                <p:cNvPr id="37" name="Ink 36">
                  <a:extLst>
                    <a:ext uri="{FF2B5EF4-FFF2-40B4-BE49-F238E27FC236}">
                      <a16:creationId xmlns:a16="http://schemas.microsoft.com/office/drawing/2014/main" id="{2999020F-3D63-0CAF-393B-61F30BC0E79F}"/>
                    </a:ext>
                  </a:extLst>
                </p:cNvPr>
                <p:cNvPicPr/>
                <p:nvPr/>
              </p:nvPicPr>
              <p:blipFill>
                <a:blip r:embed="rId63"/>
                <a:stretch>
                  <a:fillRect/>
                </a:stretch>
              </p:blipFill>
              <p:spPr>
                <a:xfrm>
                  <a:off x="8892420" y="2921460"/>
                  <a:ext cx="1188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8" name="Ink 37">
                  <a:extLst>
                    <a:ext uri="{FF2B5EF4-FFF2-40B4-BE49-F238E27FC236}">
                      <a16:creationId xmlns:a16="http://schemas.microsoft.com/office/drawing/2014/main" id="{58209F9A-DCC1-1957-3AD0-075375FCCEF8}"/>
                    </a:ext>
                  </a:extLst>
                </p14:cNvPr>
                <p14:cNvContentPartPr/>
                <p14:nvPr/>
              </p14:nvContentPartPr>
              <p14:xfrm>
                <a:off x="8965140" y="2828580"/>
                <a:ext cx="94680" cy="153720"/>
              </p14:xfrm>
            </p:contentPart>
          </mc:Choice>
          <mc:Fallback>
            <p:pic>
              <p:nvPicPr>
                <p:cNvPr id="38" name="Ink 37">
                  <a:extLst>
                    <a:ext uri="{FF2B5EF4-FFF2-40B4-BE49-F238E27FC236}">
                      <a16:creationId xmlns:a16="http://schemas.microsoft.com/office/drawing/2014/main" id="{58209F9A-DCC1-1957-3AD0-075375FCCEF8}"/>
                    </a:ext>
                  </a:extLst>
                </p:cNvPr>
                <p:cNvPicPr/>
                <p:nvPr/>
              </p:nvPicPr>
              <p:blipFill>
                <a:blip r:embed="rId65"/>
                <a:stretch>
                  <a:fillRect/>
                </a:stretch>
              </p:blipFill>
              <p:spPr>
                <a:xfrm>
                  <a:off x="8960820" y="2824260"/>
                  <a:ext cx="10332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9" name="Ink 38">
                  <a:extLst>
                    <a:ext uri="{FF2B5EF4-FFF2-40B4-BE49-F238E27FC236}">
                      <a16:creationId xmlns:a16="http://schemas.microsoft.com/office/drawing/2014/main" id="{9C8A5F5D-E0A7-13FA-23B6-54A3B9BFF23D}"/>
                    </a:ext>
                  </a:extLst>
                </p14:cNvPr>
                <p14:cNvContentPartPr/>
                <p14:nvPr/>
              </p14:nvContentPartPr>
              <p14:xfrm>
                <a:off x="9110220" y="2910660"/>
                <a:ext cx="3240" cy="49320"/>
              </p14:xfrm>
            </p:contentPart>
          </mc:Choice>
          <mc:Fallback>
            <p:pic>
              <p:nvPicPr>
                <p:cNvPr id="39" name="Ink 38">
                  <a:extLst>
                    <a:ext uri="{FF2B5EF4-FFF2-40B4-BE49-F238E27FC236}">
                      <a16:creationId xmlns:a16="http://schemas.microsoft.com/office/drawing/2014/main" id="{9C8A5F5D-E0A7-13FA-23B6-54A3B9BFF23D}"/>
                    </a:ext>
                  </a:extLst>
                </p:cNvPr>
                <p:cNvPicPr/>
                <p:nvPr/>
              </p:nvPicPr>
              <p:blipFill>
                <a:blip r:embed="rId67"/>
                <a:stretch>
                  <a:fillRect/>
                </a:stretch>
              </p:blipFill>
              <p:spPr>
                <a:xfrm>
                  <a:off x="9105900" y="2906340"/>
                  <a:ext cx="1188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0" name="Ink 39">
                  <a:extLst>
                    <a:ext uri="{FF2B5EF4-FFF2-40B4-BE49-F238E27FC236}">
                      <a16:creationId xmlns:a16="http://schemas.microsoft.com/office/drawing/2014/main" id="{3A7F6A21-A0A8-88BF-935D-A3659D431CC9}"/>
                    </a:ext>
                  </a:extLst>
                </p14:cNvPr>
                <p14:cNvContentPartPr/>
                <p14:nvPr/>
              </p14:nvContentPartPr>
              <p14:xfrm>
                <a:off x="9140820" y="2804100"/>
                <a:ext cx="50400" cy="160920"/>
              </p14:xfrm>
            </p:contentPart>
          </mc:Choice>
          <mc:Fallback>
            <p:pic>
              <p:nvPicPr>
                <p:cNvPr id="40" name="Ink 39">
                  <a:extLst>
                    <a:ext uri="{FF2B5EF4-FFF2-40B4-BE49-F238E27FC236}">
                      <a16:creationId xmlns:a16="http://schemas.microsoft.com/office/drawing/2014/main" id="{3A7F6A21-A0A8-88BF-935D-A3659D431CC9}"/>
                    </a:ext>
                  </a:extLst>
                </p:cNvPr>
                <p:cNvPicPr/>
                <p:nvPr/>
              </p:nvPicPr>
              <p:blipFill>
                <a:blip r:embed="rId69"/>
                <a:stretch>
                  <a:fillRect/>
                </a:stretch>
              </p:blipFill>
              <p:spPr>
                <a:xfrm>
                  <a:off x="9136500" y="2799780"/>
                  <a:ext cx="5904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1" name="Ink 40">
                  <a:extLst>
                    <a:ext uri="{FF2B5EF4-FFF2-40B4-BE49-F238E27FC236}">
                      <a16:creationId xmlns:a16="http://schemas.microsoft.com/office/drawing/2014/main" id="{57A9C8D2-66F5-29E4-75A1-06C2C56E01A1}"/>
                    </a:ext>
                  </a:extLst>
                </p14:cNvPr>
                <p14:cNvContentPartPr/>
                <p14:nvPr/>
              </p14:nvContentPartPr>
              <p14:xfrm>
                <a:off x="9281220" y="2895540"/>
                <a:ext cx="87120" cy="30600"/>
              </p14:xfrm>
            </p:contentPart>
          </mc:Choice>
          <mc:Fallback>
            <p:pic>
              <p:nvPicPr>
                <p:cNvPr id="41" name="Ink 40">
                  <a:extLst>
                    <a:ext uri="{FF2B5EF4-FFF2-40B4-BE49-F238E27FC236}">
                      <a16:creationId xmlns:a16="http://schemas.microsoft.com/office/drawing/2014/main" id="{57A9C8D2-66F5-29E4-75A1-06C2C56E01A1}"/>
                    </a:ext>
                  </a:extLst>
                </p:cNvPr>
                <p:cNvPicPr/>
                <p:nvPr/>
              </p:nvPicPr>
              <p:blipFill>
                <a:blip r:embed="rId71"/>
                <a:stretch>
                  <a:fillRect/>
                </a:stretch>
              </p:blipFill>
              <p:spPr>
                <a:xfrm>
                  <a:off x="9276900" y="2891220"/>
                  <a:ext cx="9576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2" name="Ink 41">
                  <a:extLst>
                    <a:ext uri="{FF2B5EF4-FFF2-40B4-BE49-F238E27FC236}">
                      <a16:creationId xmlns:a16="http://schemas.microsoft.com/office/drawing/2014/main" id="{E5CD64B4-C0A4-DA9B-68D5-13EB2D62F294}"/>
                    </a:ext>
                  </a:extLst>
                </p14:cNvPr>
                <p14:cNvContentPartPr/>
                <p14:nvPr/>
              </p14:nvContentPartPr>
              <p14:xfrm>
                <a:off x="9479220" y="2887980"/>
                <a:ext cx="305280" cy="25920"/>
              </p14:xfrm>
            </p:contentPart>
          </mc:Choice>
          <mc:Fallback>
            <p:pic>
              <p:nvPicPr>
                <p:cNvPr id="42" name="Ink 41">
                  <a:extLst>
                    <a:ext uri="{FF2B5EF4-FFF2-40B4-BE49-F238E27FC236}">
                      <a16:creationId xmlns:a16="http://schemas.microsoft.com/office/drawing/2014/main" id="{E5CD64B4-C0A4-DA9B-68D5-13EB2D62F294}"/>
                    </a:ext>
                  </a:extLst>
                </p:cNvPr>
                <p:cNvPicPr/>
                <p:nvPr/>
              </p:nvPicPr>
              <p:blipFill>
                <a:blip r:embed="rId73"/>
                <a:stretch>
                  <a:fillRect/>
                </a:stretch>
              </p:blipFill>
              <p:spPr>
                <a:xfrm>
                  <a:off x="9474900" y="2883660"/>
                  <a:ext cx="31392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7" name="Ink 46">
                  <a:extLst>
                    <a:ext uri="{FF2B5EF4-FFF2-40B4-BE49-F238E27FC236}">
                      <a16:creationId xmlns:a16="http://schemas.microsoft.com/office/drawing/2014/main" id="{8DCAA1EA-F89B-68E2-22CC-CE92BF707F30}"/>
                    </a:ext>
                  </a:extLst>
                </p14:cNvPr>
                <p14:cNvContentPartPr/>
                <p14:nvPr/>
              </p14:nvContentPartPr>
              <p14:xfrm>
                <a:off x="9864060" y="2795460"/>
                <a:ext cx="185400" cy="187560"/>
              </p14:xfrm>
            </p:contentPart>
          </mc:Choice>
          <mc:Fallback>
            <p:pic>
              <p:nvPicPr>
                <p:cNvPr id="47" name="Ink 46">
                  <a:extLst>
                    <a:ext uri="{FF2B5EF4-FFF2-40B4-BE49-F238E27FC236}">
                      <a16:creationId xmlns:a16="http://schemas.microsoft.com/office/drawing/2014/main" id="{8DCAA1EA-F89B-68E2-22CC-CE92BF707F30}"/>
                    </a:ext>
                  </a:extLst>
                </p:cNvPr>
                <p:cNvPicPr/>
                <p:nvPr/>
              </p:nvPicPr>
              <p:blipFill>
                <a:blip r:embed="rId75"/>
                <a:stretch>
                  <a:fillRect/>
                </a:stretch>
              </p:blipFill>
              <p:spPr>
                <a:xfrm>
                  <a:off x="9859740" y="2791140"/>
                  <a:ext cx="19404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8" name="Ink 47">
                  <a:extLst>
                    <a:ext uri="{FF2B5EF4-FFF2-40B4-BE49-F238E27FC236}">
                      <a16:creationId xmlns:a16="http://schemas.microsoft.com/office/drawing/2014/main" id="{30A6039B-621D-04E7-1D0E-630DC5CE6422}"/>
                    </a:ext>
                  </a:extLst>
                </p14:cNvPr>
                <p14:cNvContentPartPr/>
                <p14:nvPr/>
              </p14:nvContentPartPr>
              <p14:xfrm>
                <a:off x="10021020" y="2900580"/>
                <a:ext cx="68040" cy="205560"/>
              </p14:xfrm>
            </p:contentPart>
          </mc:Choice>
          <mc:Fallback>
            <p:pic>
              <p:nvPicPr>
                <p:cNvPr id="48" name="Ink 47">
                  <a:extLst>
                    <a:ext uri="{FF2B5EF4-FFF2-40B4-BE49-F238E27FC236}">
                      <a16:creationId xmlns:a16="http://schemas.microsoft.com/office/drawing/2014/main" id="{30A6039B-621D-04E7-1D0E-630DC5CE6422}"/>
                    </a:ext>
                  </a:extLst>
                </p:cNvPr>
                <p:cNvPicPr/>
                <p:nvPr/>
              </p:nvPicPr>
              <p:blipFill>
                <a:blip r:embed="rId77"/>
                <a:stretch>
                  <a:fillRect/>
                </a:stretch>
              </p:blipFill>
              <p:spPr>
                <a:xfrm>
                  <a:off x="10016700" y="2896260"/>
                  <a:ext cx="7668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9" name="Ink 48">
                  <a:extLst>
                    <a:ext uri="{FF2B5EF4-FFF2-40B4-BE49-F238E27FC236}">
                      <a16:creationId xmlns:a16="http://schemas.microsoft.com/office/drawing/2014/main" id="{93EC8FBD-F040-035E-B1D7-6EA150621A9F}"/>
                    </a:ext>
                  </a:extLst>
                </p14:cNvPr>
                <p14:cNvContentPartPr/>
                <p14:nvPr/>
              </p14:nvContentPartPr>
              <p14:xfrm>
                <a:off x="10119300" y="2858820"/>
                <a:ext cx="68040" cy="93600"/>
              </p14:xfrm>
            </p:contentPart>
          </mc:Choice>
          <mc:Fallback>
            <p:pic>
              <p:nvPicPr>
                <p:cNvPr id="49" name="Ink 48">
                  <a:extLst>
                    <a:ext uri="{FF2B5EF4-FFF2-40B4-BE49-F238E27FC236}">
                      <a16:creationId xmlns:a16="http://schemas.microsoft.com/office/drawing/2014/main" id="{93EC8FBD-F040-035E-B1D7-6EA150621A9F}"/>
                    </a:ext>
                  </a:extLst>
                </p:cNvPr>
                <p:cNvPicPr/>
                <p:nvPr/>
              </p:nvPicPr>
              <p:blipFill>
                <a:blip r:embed="rId79"/>
                <a:stretch>
                  <a:fillRect/>
                </a:stretch>
              </p:blipFill>
              <p:spPr>
                <a:xfrm>
                  <a:off x="10114980" y="2854500"/>
                  <a:ext cx="7668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0" name="Ink 49">
                  <a:extLst>
                    <a:ext uri="{FF2B5EF4-FFF2-40B4-BE49-F238E27FC236}">
                      <a16:creationId xmlns:a16="http://schemas.microsoft.com/office/drawing/2014/main" id="{CFA1D17B-2492-7872-1FEB-766B5D5A50E6}"/>
                    </a:ext>
                  </a:extLst>
                </p14:cNvPr>
                <p14:cNvContentPartPr/>
                <p14:nvPr/>
              </p14:nvContentPartPr>
              <p14:xfrm>
                <a:off x="10239180" y="2857380"/>
                <a:ext cx="70920" cy="79560"/>
              </p14:xfrm>
            </p:contentPart>
          </mc:Choice>
          <mc:Fallback>
            <p:pic>
              <p:nvPicPr>
                <p:cNvPr id="50" name="Ink 49">
                  <a:extLst>
                    <a:ext uri="{FF2B5EF4-FFF2-40B4-BE49-F238E27FC236}">
                      <a16:creationId xmlns:a16="http://schemas.microsoft.com/office/drawing/2014/main" id="{CFA1D17B-2492-7872-1FEB-766B5D5A50E6}"/>
                    </a:ext>
                  </a:extLst>
                </p:cNvPr>
                <p:cNvPicPr/>
                <p:nvPr/>
              </p:nvPicPr>
              <p:blipFill>
                <a:blip r:embed="rId81"/>
                <a:stretch>
                  <a:fillRect/>
                </a:stretch>
              </p:blipFill>
              <p:spPr>
                <a:xfrm>
                  <a:off x="10234860" y="2853060"/>
                  <a:ext cx="79560" cy="882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1" name="Ink 50">
                  <a:extLst>
                    <a:ext uri="{FF2B5EF4-FFF2-40B4-BE49-F238E27FC236}">
                      <a16:creationId xmlns:a16="http://schemas.microsoft.com/office/drawing/2014/main" id="{EA6D29AB-94FA-7BF4-8FAF-826BD99384EC}"/>
                    </a:ext>
                  </a:extLst>
                </p14:cNvPr>
                <p14:cNvContentPartPr/>
                <p14:nvPr/>
              </p14:nvContentPartPr>
              <p14:xfrm>
                <a:off x="10301820" y="2811660"/>
                <a:ext cx="55440" cy="114480"/>
              </p14:xfrm>
            </p:contentPart>
          </mc:Choice>
          <mc:Fallback>
            <p:pic>
              <p:nvPicPr>
                <p:cNvPr id="51" name="Ink 50">
                  <a:extLst>
                    <a:ext uri="{FF2B5EF4-FFF2-40B4-BE49-F238E27FC236}">
                      <a16:creationId xmlns:a16="http://schemas.microsoft.com/office/drawing/2014/main" id="{EA6D29AB-94FA-7BF4-8FAF-826BD99384EC}"/>
                    </a:ext>
                  </a:extLst>
                </p:cNvPr>
                <p:cNvPicPr/>
                <p:nvPr/>
              </p:nvPicPr>
              <p:blipFill>
                <a:blip r:embed="rId83"/>
                <a:stretch>
                  <a:fillRect/>
                </a:stretch>
              </p:blipFill>
              <p:spPr>
                <a:xfrm>
                  <a:off x="10297500" y="2807340"/>
                  <a:ext cx="6408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2" name="Ink 51">
                  <a:extLst>
                    <a:ext uri="{FF2B5EF4-FFF2-40B4-BE49-F238E27FC236}">
                      <a16:creationId xmlns:a16="http://schemas.microsoft.com/office/drawing/2014/main" id="{9A0F7254-2041-D974-4381-08752CC9117A}"/>
                    </a:ext>
                  </a:extLst>
                </p14:cNvPr>
                <p14:cNvContentPartPr/>
                <p14:nvPr/>
              </p14:nvContentPartPr>
              <p14:xfrm>
                <a:off x="10373460" y="2831820"/>
                <a:ext cx="56880" cy="103680"/>
              </p14:xfrm>
            </p:contentPart>
          </mc:Choice>
          <mc:Fallback>
            <p:pic>
              <p:nvPicPr>
                <p:cNvPr id="52" name="Ink 51">
                  <a:extLst>
                    <a:ext uri="{FF2B5EF4-FFF2-40B4-BE49-F238E27FC236}">
                      <a16:creationId xmlns:a16="http://schemas.microsoft.com/office/drawing/2014/main" id="{9A0F7254-2041-D974-4381-08752CC9117A}"/>
                    </a:ext>
                  </a:extLst>
                </p:cNvPr>
                <p:cNvPicPr/>
                <p:nvPr/>
              </p:nvPicPr>
              <p:blipFill>
                <a:blip r:embed="rId85"/>
                <a:stretch>
                  <a:fillRect/>
                </a:stretch>
              </p:blipFill>
              <p:spPr>
                <a:xfrm>
                  <a:off x="10369140" y="2827500"/>
                  <a:ext cx="6552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3" name="Ink 52">
                  <a:extLst>
                    <a:ext uri="{FF2B5EF4-FFF2-40B4-BE49-F238E27FC236}">
                      <a16:creationId xmlns:a16="http://schemas.microsoft.com/office/drawing/2014/main" id="{B2F875BA-6A57-C9CF-AEC7-14178514C380}"/>
                    </a:ext>
                  </a:extLst>
                </p14:cNvPr>
                <p14:cNvContentPartPr/>
                <p14:nvPr/>
              </p14:nvContentPartPr>
              <p14:xfrm>
                <a:off x="10466700" y="2796540"/>
                <a:ext cx="18360" cy="105480"/>
              </p14:xfrm>
            </p:contentPart>
          </mc:Choice>
          <mc:Fallback>
            <p:pic>
              <p:nvPicPr>
                <p:cNvPr id="53" name="Ink 52">
                  <a:extLst>
                    <a:ext uri="{FF2B5EF4-FFF2-40B4-BE49-F238E27FC236}">
                      <a16:creationId xmlns:a16="http://schemas.microsoft.com/office/drawing/2014/main" id="{B2F875BA-6A57-C9CF-AEC7-14178514C380}"/>
                    </a:ext>
                  </a:extLst>
                </p:cNvPr>
                <p:cNvPicPr/>
                <p:nvPr/>
              </p:nvPicPr>
              <p:blipFill>
                <a:blip r:embed="rId87"/>
                <a:stretch>
                  <a:fillRect/>
                </a:stretch>
              </p:blipFill>
              <p:spPr>
                <a:xfrm>
                  <a:off x="10462380" y="2792220"/>
                  <a:ext cx="2700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4" name="Ink 53">
                  <a:extLst>
                    <a:ext uri="{FF2B5EF4-FFF2-40B4-BE49-F238E27FC236}">
                      <a16:creationId xmlns:a16="http://schemas.microsoft.com/office/drawing/2014/main" id="{30589C9B-53C2-60B6-765B-53EC83E735D1}"/>
                    </a:ext>
                  </a:extLst>
                </p14:cNvPr>
                <p14:cNvContentPartPr/>
                <p14:nvPr/>
              </p14:nvContentPartPr>
              <p14:xfrm>
                <a:off x="10523940" y="2835780"/>
                <a:ext cx="70200" cy="104760"/>
              </p14:xfrm>
            </p:contentPart>
          </mc:Choice>
          <mc:Fallback>
            <p:pic>
              <p:nvPicPr>
                <p:cNvPr id="54" name="Ink 53">
                  <a:extLst>
                    <a:ext uri="{FF2B5EF4-FFF2-40B4-BE49-F238E27FC236}">
                      <a16:creationId xmlns:a16="http://schemas.microsoft.com/office/drawing/2014/main" id="{30589C9B-53C2-60B6-765B-53EC83E735D1}"/>
                    </a:ext>
                  </a:extLst>
                </p:cNvPr>
                <p:cNvPicPr/>
                <p:nvPr/>
              </p:nvPicPr>
              <p:blipFill>
                <a:blip r:embed="rId89"/>
                <a:stretch>
                  <a:fillRect/>
                </a:stretch>
              </p:blipFill>
              <p:spPr>
                <a:xfrm>
                  <a:off x="10519620" y="2831460"/>
                  <a:ext cx="7884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5" name="Ink 54">
                  <a:extLst>
                    <a:ext uri="{FF2B5EF4-FFF2-40B4-BE49-F238E27FC236}">
                      <a16:creationId xmlns:a16="http://schemas.microsoft.com/office/drawing/2014/main" id="{26968955-92ED-9725-D2C2-2D7DEB99BF7C}"/>
                    </a:ext>
                  </a:extLst>
                </p14:cNvPr>
                <p14:cNvContentPartPr/>
                <p14:nvPr/>
              </p14:nvContentPartPr>
              <p14:xfrm>
                <a:off x="10614660" y="2836140"/>
                <a:ext cx="135360" cy="111240"/>
              </p14:xfrm>
            </p:contentPart>
          </mc:Choice>
          <mc:Fallback>
            <p:pic>
              <p:nvPicPr>
                <p:cNvPr id="55" name="Ink 54">
                  <a:extLst>
                    <a:ext uri="{FF2B5EF4-FFF2-40B4-BE49-F238E27FC236}">
                      <a16:creationId xmlns:a16="http://schemas.microsoft.com/office/drawing/2014/main" id="{26968955-92ED-9725-D2C2-2D7DEB99BF7C}"/>
                    </a:ext>
                  </a:extLst>
                </p:cNvPr>
                <p:cNvPicPr/>
                <p:nvPr/>
              </p:nvPicPr>
              <p:blipFill>
                <a:blip r:embed="rId91"/>
                <a:stretch>
                  <a:fillRect/>
                </a:stretch>
              </p:blipFill>
              <p:spPr>
                <a:xfrm>
                  <a:off x="10610340" y="2831820"/>
                  <a:ext cx="14400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6" name="Ink 55">
                  <a:extLst>
                    <a:ext uri="{FF2B5EF4-FFF2-40B4-BE49-F238E27FC236}">
                      <a16:creationId xmlns:a16="http://schemas.microsoft.com/office/drawing/2014/main" id="{A859A7BF-1DDE-878A-D76B-F1483A36B884}"/>
                    </a:ext>
                  </a:extLst>
                </p14:cNvPr>
                <p14:cNvContentPartPr/>
                <p14:nvPr/>
              </p14:nvContentPartPr>
              <p14:xfrm>
                <a:off x="9852540" y="2941980"/>
                <a:ext cx="912960" cy="129240"/>
              </p14:xfrm>
            </p:contentPart>
          </mc:Choice>
          <mc:Fallback>
            <p:pic>
              <p:nvPicPr>
                <p:cNvPr id="56" name="Ink 55">
                  <a:extLst>
                    <a:ext uri="{FF2B5EF4-FFF2-40B4-BE49-F238E27FC236}">
                      <a16:creationId xmlns:a16="http://schemas.microsoft.com/office/drawing/2014/main" id="{A859A7BF-1DDE-878A-D76B-F1483A36B884}"/>
                    </a:ext>
                  </a:extLst>
                </p:cNvPr>
                <p:cNvPicPr/>
                <p:nvPr/>
              </p:nvPicPr>
              <p:blipFill>
                <a:blip r:embed="rId93"/>
                <a:stretch>
                  <a:fillRect/>
                </a:stretch>
              </p:blipFill>
              <p:spPr>
                <a:xfrm>
                  <a:off x="9848220" y="2937660"/>
                  <a:ext cx="921600" cy="137880"/>
                </a:xfrm>
                <a:prstGeom prst="rect">
                  <a:avLst/>
                </a:prstGeom>
              </p:spPr>
            </p:pic>
          </mc:Fallback>
        </mc:AlternateContent>
      </p:grpSp>
      <p:grpSp>
        <p:nvGrpSpPr>
          <p:cNvPr id="259" name="Group 258">
            <a:extLst>
              <a:ext uri="{FF2B5EF4-FFF2-40B4-BE49-F238E27FC236}">
                <a16:creationId xmlns:a16="http://schemas.microsoft.com/office/drawing/2014/main" id="{463680DE-F7ED-6796-5B05-ED368A66A25E}"/>
              </a:ext>
            </a:extLst>
          </p:cNvPr>
          <p:cNvGrpSpPr/>
          <p:nvPr/>
        </p:nvGrpSpPr>
        <p:grpSpPr>
          <a:xfrm>
            <a:off x="11071920" y="5996940"/>
            <a:ext cx="617400" cy="264960"/>
            <a:chOff x="11071920" y="5996940"/>
            <a:chExt cx="617400" cy="264960"/>
          </a:xfrm>
        </p:grpSpPr>
        <mc:AlternateContent xmlns:mc="http://schemas.openxmlformats.org/markup-compatibility/2006">
          <mc:Choice xmlns:p14="http://schemas.microsoft.com/office/powerpoint/2010/main" Requires="p14">
            <p:contentPart p14:bwMode="auto" r:id="rId94">
              <p14:nvContentPartPr>
                <p14:cNvPr id="58" name="Ink 57">
                  <a:extLst>
                    <a:ext uri="{FF2B5EF4-FFF2-40B4-BE49-F238E27FC236}">
                      <a16:creationId xmlns:a16="http://schemas.microsoft.com/office/drawing/2014/main" id="{6488BC9F-A89D-E0C4-2642-21ECB6CAE7AF}"/>
                    </a:ext>
                  </a:extLst>
                </p14:cNvPr>
                <p14:cNvContentPartPr/>
                <p14:nvPr/>
              </p14:nvContentPartPr>
              <p14:xfrm>
                <a:off x="11071920" y="6025380"/>
                <a:ext cx="72360" cy="236520"/>
              </p14:xfrm>
            </p:contentPart>
          </mc:Choice>
          <mc:Fallback>
            <p:pic>
              <p:nvPicPr>
                <p:cNvPr id="58" name="Ink 57">
                  <a:extLst>
                    <a:ext uri="{FF2B5EF4-FFF2-40B4-BE49-F238E27FC236}">
                      <a16:creationId xmlns:a16="http://schemas.microsoft.com/office/drawing/2014/main" id="{6488BC9F-A89D-E0C4-2642-21ECB6CAE7AF}"/>
                    </a:ext>
                  </a:extLst>
                </p:cNvPr>
                <p:cNvPicPr/>
                <p:nvPr/>
              </p:nvPicPr>
              <p:blipFill>
                <a:blip r:embed="rId95"/>
                <a:stretch>
                  <a:fillRect/>
                </a:stretch>
              </p:blipFill>
              <p:spPr>
                <a:xfrm>
                  <a:off x="11067600" y="6021060"/>
                  <a:ext cx="8100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9" name="Ink 58">
                  <a:extLst>
                    <a:ext uri="{FF2B5EF4-FFF2-40B4-BE49-F238E27FC236}">
                      <a16:creationId xmlns:a16="http://schemas.microsoft.com/office/drawing/2014/main" id="{1D759E75-F3D2-9D1F-82DA-AF18409DC2E0}"/>
                    </a:ext>
                  </a:extLst>
                </p14:cNvPr>
                <p14:cNvContentPartPr/>
                <p14:nvPr/>
              </p14:nvContentPartPr>
              <p14:xfrm>
                <a:off x="11170920" y="6023940"/>
                <a:ext cx="5040" cy="127080"/>
              </p14:xfrm>
            </p:contentPart>
          </mc:Choice>
          <mc:Fallback>
            <p:pic>
              <p:nvPicPr>
                <p:cNvPr id="59" name="Ink 58">
                  <a:extLst>
                    <a:ext uri="{FF2B5EF4-FFF2-40B4-BE49-F238E27FC236}">
                      <a16:creationId xmlns:a16="http://schemas.microsoft.com/office/drawing/2014/main" id="{1D759E75-F3D2-9D1F-82DA-AF18409DC2E0}"/>
                    </a:ext>
                  </a:extLst>
                </p:cNvPr>
                <p:cNvPicPr/>
                <p:nvPr/>
              </p:nvPicPr>
              <p:blipFill>
                <a:blip r:embed="rId97"/>
                <a:stretch>
                  <a:fillRect/>
                </a:stretch>
              </p:blipFill>
              <p:spPr>
                <a:xfrm>
                  <a:off x="11166600" y="6019620"/>
                  <a:ext cx="1368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0" name="Ink 59">
                  <a:extLst>
                    <a:ext uri="{FF2B5EF4-FFF2-40B4-BE49-F238E27FC236}">
                      <a16:creationId xmlns:a16="http://schemas.microsoft.com/office/drawing/2014/main" id="{1DBDDB22-4E08-84CC-A661-2C9189D89A83}"/>
                    </a:ext>
                  </a:extLst>
                </p14:cNvPr>
                <p14:cNvContentPartPr/>
                <p14:nvPr/>
              </p14:nvContentPartPr>
              <p14:xfrm>
                <a:off x="11210520" y="6202500"/>
                <a:ext cx="6480" cy="360"/>
              </p14:xfrm>
            </p:contentPart>
          </mc:Choice>
          <mc:Fallback>
            <p:pic>
              <p:nvPicPr>
                <p:cNvPr id="60" name="Ink 59">
                  <a:extLst>
                    <a:ext uri="{FF2B5EF4-FFF2-40B4-BE49-F238E27FC236}">
                      <a16:creationId xmlns:a16="http://schemas.microsoft.com/office/drawing/2014/main" id="{1DBDDB22-4E08-84CC-A661-2C9189D89A83}"/>
                    </a:ext>
                  </a:extLst>
                </p:cNvPr>
                <p:cNvPicPr/>
                <p:nvPr/>
              </p:nvPicPr>
              <p:blipFill>
                <a:blip r:embed="rId99"/>
                <a:stretch>
                  <a:fillRect/>
                </a:stretch>
              </p:blipFill>
              <p:spPr>
                <a:xfrm>
                  <a:off x="11206200" y="6198180"/>
                  <a:ext cx="1512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1" name="Ink 60">
                  <a:extLst>
                    <a:ext uri="{FF2B5EF4-FFF2-40B4-BE49-F238E27FC236}">
                      <a16:creationId xmlns:a16="http://schemas.microsoft.com/office/drawing/2014/main" id="{2BAFA761-8EA7-1C3E-5D2F-5249F06D54A5}"/>
                    </a:ext>
                  </a:extLst>
                </p14:cNvPr>
                <p14:cNvContentPartPr/>
                <p14:nvPr/>
              </p14:nvContentPartPr>
              <p14:xfrm>
                <a:off x="11306640" y="6100620"/>
                <a:ext cx="67320" cy="116640"/>
              </p14:xfrm>
            </p:contentPart>
          </mc:Choice>
          <mc:Fallback>
            <p:pic>
              <p:nvPicPr>
                <p:cNvPr id="61" name="Ink 60">
                  <a:extLst>
                    <a:ext uri="{FF2B5EF4-FFF2-40B4-BE49-F238E27FC236}">
                      <a16:creationId xmlns:a16="http://schemas.microsoft.com/office/drawing/2014/main" id="{2BAFA761-8EA7-1C3E-5D2F-5249F06D54A5}"/>
                    </a:ext>
                  </a:extLst>
                </p:cNvPr>
                <p:cNvPicPr/>
                <p:nvPr/>
              </p:nvPicPr>
              <p:blipFill>
                <a:blip r:embed="rId101"/>
                <a:stretch>
                  <a:fillRect/>
                </a:stretch>
              </p:blipFill>
              <p:spPr>
                <a:xfrm>
                  <a:off x="11302320" y="6096300"/>
                  <a:ext cx="7596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2" name="Ink 61">
                  <a:extLst>
                    <a:ext uri="{FF2B5EF4-FFF2-40B4-BE49-F238E27FC236}">
                      <a16:creationId xmlns:a16="http://schemas.microsoft.com/office/drawing/2014/main" id="{2BBB8197-C7B6-905E-6B2B-B26E69EB3976}"/>
                    </a:ext>
                  </a:extLst>
                </p14:cNvPr>
                <p14:cNvContentPartPr/>
                <p14:nvPr/>
              </p14:nvContentPartPr>
              <p14:xfrm>
                <a:off x="11355240" y="6092700"/>
                <a:ext cx="50400" cy="82080"/>
              </p14:xfrm>
            </p:contentPart>
          </mc:Choice>
          <mc:Fallback>
            <p:pic>
              <p:nvPicPr>
                <p:cNvPr id="62" name="Ink 61">
                  <a:extLst>
                    <a:ext uri="{FF2B5EF4-FFF2-40B4-BE49-F238E27FC236}">
                      <a16:creationId xmlns:a16="http://schemas.microsoft.com/office/drawing/2014/main" id="{2BBB8197-C7B6-905E-6B2B-B26E69EB3976}"/>
                    </a:ext>
                  </a:extLst>
                </p:cNvPr>
                <p:cNvPicPr/>
                <p:nvPr/>
              </p:nvPicPr>
              <p:blipFill>
                <a:blip r:embed="rId103"/>
                <a:stretch>
                  <a:fillRect/>
                </a:stretch>
              </p:blipFill>
              <p:spPr>
                <a:xfrm>
                  <a:off x="11350920" y="6088380"/>
                  <a:ext cx="5904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3" name="Ink 62">
                  <a:extLst>
                    <a:ext uri="{FF2B5EF4-FFF2-40B4-BE49-F238E27FC236}">
                      <a16:creationId xmlns:a16="http://schemas.microsoft.com/office/drawing/2014/main" id="{00D9E7D5-4B9A-F014-D43F-92C5549294F6}"/>
                    </a:ext>
                  </a:extLst>
                </p14:cNvPr>
                <p14:cNvContentPartPr/>
                <p14:nvPr/>
              </p14:nvContentPartPr>
              <p14:xfrm>
                <a:off x="11421120" y="6080460"/>
                <a:ext cx="131400" cy="52560"/>
              </p14:xfrm>
            </p:contentPart>
          </mc:Choice>
          <mc:Fallback>
            <p:pic>
              <p:nvPicPr>
                <p:cNvPr id="63" name="Ink 62">
                  <a:extLst>
                    <a:ext uri="{FF2B5EF4-FFF2-40B4-BE49-F238E27FC236}">
                      <a16:creationId xmlns:a16="http://schemas.microsoft.com/office/drawing/2014/main" id="{00D9E7D5-4B9A-F014-D43F-92C5549294F6}"/>
                    </a:ext>
                  </a:extLst>
                </p:cNvPr>
                <p:cNvPicPr/>
                <p:nvPr/>
              </p:nvPicPr>
              <p:blipFill>
                <a:blip r:embed="rId105"/>
                <a:stretch>
                  <a:fillRect/>
                </a:stretch>
              </p:blipFill>
              <p:spPr>
                <a:xfrm>
                  <a:off x="11416800" y="6076140"/>
                  <a:ext cx="14004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256" name="Ink 255">
                  <a:extLst>
                    <a:ext uri="{FF2B5EF4-FFF2-40B4-BE49-F238E27FC236}">
                      <a16:creationId xmlns:a16="http://schemas.microsoft.com/office/drawing/2014/main" id="{586127AE-27C7-1413-3688-171DB0C4C0B1}"/>
                    </a:ext>
                  </a:extLst>
                </p14:cNvPr>
                <p14:cNvContentPartPr/>
                <p14:nvPr/>
              </p14:nvContentPartPr>
              <p14:xfrm>
                <a:off x="11544600" y="5996940"/>
                <a:ext cx="74520" cy="150840"/>
              </p14:xfrm>
            </p:contentPart>
          </mc:Choice>
          <mc:Fallback>
            <p:pic>
              <p:nvPicPr>
                <p:cNvPr id="256" name="Ink 255">
                  <a:extLst>
                    <a:ext uri="{FF2B5EF4-FFF2-40B4-BE49-F238E27FC236}">
                      <a16:creationId xmlns:a16="http://schemas.microsoft.com/office/drawing/2014/main" id="{586127AE-27C7-1413-3688-171DB0C4C0B1}"/>
                    </a:ext>
                  </a:extLst>
                </p:cNvPr>
                <p:cNvPicPr/>
                <p:nvPr/>
              </p:nvPicPr>
              <p:blipFill>
                <a:blip r:embed="rId107"/>
                <a:stretch>
                  <a:fillRect/>
                </a:stretch>
              </p:blipFill>
              <p:spPr>
                <a:xfrm>
                  <a:off x="11540280" y="5992620"/>
                  <a:ext cx="8316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257" name="Ink 256">
                  <a:extLst>
                    <a:ext uri="{FF2B5EF4-FFF2-40B4-BE49-F238E27FC236}">
                      <a16:creationId xmlns:a16="http://schemas.microsoft.com/office/drawing/2014/main" id="{1B745E2F-BCC4-B871-F38B-DF305D01788F}"/>
                    </a:ext>
                  </a:extLst>
                </p14:cNvPr>
                <p14:cNvContentPartPr/>
                <p14:nvPr/>
              </p14:nvContentPartPr>
              <p14:xfrm>
                <a:off x="11635680" y="5996940"/>
                <a:ext cx="15480" cy="18360"/>
              </p14:xfrm>
            </p:contentPart>
          </mc:Choice>
          <mc:Fallback>
            <p:pic>
              <p:nvPicPr>
                <p:cNvPr id="257" name="Ink 256">
                  <a:extLst>
                    <a:ext uri="{FF2B5EF4-FFF2-40B4-BE49-F238E27FC236}">
                      <a16:creationId xmlns:a16="http://schemas.microsoft.com/office/drawing/2014/main" id="{1B745E2F-BCC4-B871-F38B-DF305D01788F}"/>
                    </a:ext>
                  </a:extLst>
                </p:cNvPr>
                <p:cNvPicPr/>
                <p:nvPr/>
              </p:nvPicPr>
              <p:blipFill>
                <a:blip r:embed="rId109"/>
                <a:stretch>
                  <a:fillRect/>
                </a:stretch>
              </p:blipFill>
              <p:spPr>
                <a:xfrm>
                  <a:off x="11631360" y="5992620"/>
                  <a:ext cx="2412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258" name="Ink 257">
                  <a:extLst>
                    <a:ext uri="{FF2B5EF4-FFF2-40B4-BE49-F238E27FC236}">
                      <a16:creationId xmlns:a16="http://schemas.microsoft.com/office/drawing/2014/main" id="{224C3759-AE2F-957C-CBB9-80970B40C50F}"/>
                    </a:ext>
                  </a:extLst>
                </p14:cNvPr>
                <p14:cNvContentPartPr/>
                <p14:nvPr/>
              </p14:nvContentPartPr>
              <p14:xfrm>
                <a:off x="11673840" y="6034740"/>
                <a:ext cx="15480" cy="8280"/>
              </p14:xfrm>
            </p:contentPart>
          </mc:Choice>
          <mc:Fallback>
            <p:pic>
              <p:nvPicPr>
                <p:cNvPr id="258" name="Ink 257">
                  <a:extLst>
                    <a:ext uri="{FF2B5EF4-FFF2-40B4-BE49-F238E27FC236}">
                      <a16:creationId xmlns:a16="http://schemas.microsoft.com/office/drawing/2014/main" id="{224C3759-AE2F-957C-CBB9-80970B40C50F}"/>
                    </a:ext>
                  </a:extLst>
                </p:cNvPr>
                <p:cNvPicPr/>
                <p:nvPr/>
              </p:nvPicPr>
              <p:blipFill>
                <a:blip r:embed="rId111"/>
                <a:stretch>
                  <a:fillRect/>
                </a:stretch>
              </p:blipFill>
              <p:spPr>
                <a:xfrm>
                  <a:off x="11669520" y="6030420"/>
                  <a:ext cx="24120" cy="16920"/>
                </a:xfrm>
                <a:prstGeom prst="rect">
                  <a:avLst/>
                </a:prstGeom>
              </p:spPr>
            </p:pic>
          </mc:Fallback>
        </mc:AlternateContent>
      </p:grpSp>
    </p:spTree>
    <p:extLst>
      <p:ext uri="{BB962C8B-B14F-4D97-AF65-F5344CB8AC3E}">
        <p14:creationId xmlns:p14="http://schemas.microsoft.com/office/powerpoint/2010/main" val="1137689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7DE54B-A464-D734-8FE9-942BB182894E}"/>
              </a:ext>
            </a:extLst>
          </p:cNvPr>
          <p:cNvSpPr/>
          <p:nvPr/>
        </p:nvSpPr>
        <p:spPr>
          <a:xfrm>
            <a:off x="0" y="-15875"/>
            <a:ext cx="121920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latin typeface="Britannic Bold" panose="020F0502020204030204" pitchFamily="34" charset="0"/>
              </a:rPr>
              <a:t>Feature Extraction Techniques</a:t>
            </a:r>
          </a:p>
        </p:txBody>
      </p:sp>
      <p:sp>
        <p:nvSpPr>
          <p:cNvPr id="3" name="TextBox 2">
            <a:extLst>
              <a:ext uri="{FF2B5EF4-FFF2-40B4-BE49-F238E27FC236}">
                <a16:creationId xmlns:a16="http://schemas.microsoft.com/office/drawing/2014/main" id="{CA2F5860-04DA-F91C-038D-6411C1B279FB}"/>
              </a:ext>
            </a:extLst>
          </p:cNvPr>
          <p:cNvSpPr txBox="1"/>
          <p:nvPr/>
        </p:nvSpPr>
        <p:spPr>
          <a:xfrm>
            <a:off x="171450" y="975003"/>
            <a:ext cx="11779250" cy="400110"/>
          </a:xfrm>
          <a:prstGeom prst="rect">
            <a:avLst/>
          </a:prstGeom>
          <a:noFill/>
        </p:spPr>
        <p:txBody>
          <a:bodyPr wrap="square">
            <a:spAutoFit/>
          </a:bodyPr>
          <a:lstStyle/>
          <a:p>
            <a:pPr algn="l"/>
            <a:endParaRPr lang="en-IN" sz="2000" dirty="0">
              <a:latin typeface="Söhne"/>
            </a:endParaRPr>
          </a:p>
        </p:txBody>
      </p:sp>
      <p:sp>
        <p:nvSpPr>
          <p:cNvPr id="281" name="Text Box 109">
            <a:extLst>
              <a:ext uri="{FF2B5EF4-FFF2-40B4-BE49-F238E27FC236}">
                <a16:creationId xmlns:a16="http://schemas.microsoft.com/office/drawing/2014/main" id="{2024E005-8533-0D9A-2F6E-D5D30C5612C0}"/>
              </a:ext>
            </a:extLst>
          </p:cNvPr>
          <p:cNvSpPr txBox="1">
            <a:spLocks noChangeArrowheads="1"/>
          </p:cNvSpPr>
          <p:nvPr/>
        </p:nvSpPr>
        <p:spPr bwMode="auto">
          <a:xfrm>
            <a:off x="241300" y="975002"/>
            <a:ext cx="117094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just"/>
            <a:r>
              <a:rPr lang="en-IN" sz="1400" b="1" i="0" dirty="0">
                <a:solidFill>
                  <a:srgbClr val="222222"/>
                </a:solidFill>
                <a:effectLst/>
                <a:latin typeface="Lato" panose="020F0502020204030203" pitchFamily="34" charset="0"/>
              </a:rPr>
              <a:t>Factor Analysis: </a:t>
            </a:r>
          </a:p>
          <a:p>
            <a:pPr algn="just"/>
            <a:endParaRPr lang="en-IN" sz="1400" b="1" i="0" dirty="0">
              <a:solidFill>
                <a:srgbClr val="222222"/>
              </a:solidFill>
              <a:effectLst/>
              <a:latin typeface="Lato" panose="020F0502020204030203" pitchFamily="34" charset="0"/>
            </a:endParaRPr>
          </a:p>
          <a:p>
            <a:pPr algn="just"/>
            <a:r>
              <a:rPr lang="en-IN" sz="1400" b="0" i="0" dirty="0">
                <a:solidFill>
                  <a:srgbClr val="222222"/>
                </a:solidFill>
                <a:effectLst/>
                <a:latin typeface="Lato" panose="020F0502020204030203" pitchFamily="34" charset="0"/>
              </a:rPr>
              <a:t>Factor analysis is one of the unsupervised machine learning algorithms which is used for dimensionality reduction. This algorithm creates factors from the observed variables to represent the common variance i.e. variance due to correlation among the observed variables.</a:t>
            </a:r>
          </a:p>
          <a:p>
            <a:pPr algn="just"/>
            <a:endParaRPr lang="en-IN" sz="1400" dirty="0">
              <a:solidFill>
                <a:srgbClr val="222222"/>
              </a:solidFill>
              <a:latin typeface="Lato" panose="020F0502020204030203" pitchFamily="34" charset="0"/>
            </a:endParaRPr>
          </a:p>
          <a:p>
            <a:pPr algn="just"/>
            <a:endParaRPr lang="en-IN" sz="1400" b="1" i="0" dirty="0">
              <a:solidFill>
                <a:srgbClr val="222222"/>
              </a:solidFill>
              <a:effectLst/>
              <a:latin typeface="Lato" panose="020F0502020204030203" pitchFamily="34" charset="0"/>
            </a:endParaRPr>
          </a:p>
          <a:p>
            <a:pPr algn="just"/>
            <a:r>
              <a:rPr lang="en-IN" sz="1400" b="1" i="1" dirty="0">
                <a:solidFill>
                  <a:srgbClr val="222222"/>
                </a:solidFill>
                <a:effectLst/>
                <a:latin typeface="Lato" panose="020F0502020204030203" pitchFamily="34" charset="0"/>
              </a:rPr>
              <a:t>x</a:t>
            </a:r>
            <a:r>
              <a:rPr lang="en-IN" sz="1400" i="0" dirty="0">
                <a:solidFill>
                  <a:srgbClr val="222222"/>
                </a:solidFill>
                <a:effectLst/>
                <a:latin typeface="Lato" panose="020F0502020204030203" pitchFamily="34" charset="0"/>
              </a:rPr>
              <a:t> is the variable and </a:t>
            </a:r>
            <a:r>
              <a:rPr lang="en-IN" sz="1400" b="1" i="0" dirty="0">
                <a:solidFill>
                  <a:srgbClr val="222222"/>
                </a:solidFill>
                <a:effectLst/>
                <a:latin typeface="Lato" panose="020F0502020204030203" pitchFamily="34" charset="0"/>
              </a:rPr>
              <a:t>F</a:t>
            </a:r>
            <a:r>
              <a:rPr lang="en-IN" sz="1400" i="0" dirty="0">
                <a:solidFill>
                  <a:srgbClr val="222222"/>
                </a:solidFill>
                <a:effectLst/>
                <a:latin typeface="Lato" panose="020F0502020204030203" pitchFamily="34" charset="0"/>
              </a:rPr>
              <a:t> is the factor and </a:t>
            </a:r>
            <a:r>
              <a:rPr lang="en-IN" sz="1400" i="1" dirty="0">
                <a:solidFill>
                  <a:srgbClr val="222222"/>
                </a:solidFill>
                <a:effectLst/>
                <a:latin typeface="Lato" panose="020F0502020204030203" pitchFamily="34" charset="0"/>
              </a:rPr>
              <a:t>l</a:t>
            </a:r>
            <a:r>
              <a:rPr lang="en-IN" sz="1400" i="0" dirty="0">
                <a:solidFill>
                  <a:srgbClr val="222222"/>
                </a:solidFill>
                <a:effectLst/>
                <a:latin typeface="Lato" panose="020F0502020204030203" pitchFamily="34" charset="0"/>
              </a:rPr>
              <a:t> is the factor loading which can also be considered as the weight of the factor for the corresponding variable. The number of factors is equal to the number of variables.</a:t>
            </a:r>
            <a:endParaRPr lang="en-IN" sz="1400" b="1" dirty="0">
              <a:solidFill>
                <a:srgbClr val="222222"/>
              </a:solidFill>
              <a:latin typeface="Lato" panose="020F0502020204030203" pitchFamily="34" charset="0"/>
            </a:endParaRPr>
          </a:p>
          <a:p>
            <a:pPr algn="just"/>
            <a:endParaRPr lang="en-IN" sz="1400" b="1" i="0" dirty="0">
              <a:solidFill>
                <a:srgbClr val="222222"/>
              </a:solidFill>
              <a:effectLst/>
              <a:latin typeface="Lato" panose="020F0502020204030203" pitchFamily="34" charset="0"/>
            </a:endParaRPr>
          </a:p>
          <a:p>
            <a:pPr algn="just"/>
            <a:r>
              <a:rPr lang="en-IN" sz="1400" b="1" i="0" dirty="0">
                <a:solidFill>
                  <a:srgbClr val="222222"/>
                </a:solidFill>
                <a:effectLst/>
                <a:latin typeface="Lato" panose="020F0502020204030203" pitchFamily="34" charset="0"/>
              </a:rPr>
              <a:t>Principal Component Analysis: </a:t>
            </a:r>
          </a:p>
          <a:p>
            <a:pPr algn="just"/>
            <a:endParaRPr lang="en-IN" sz="1400" b="1" dirty="0">
              <a:solidFill>
                <a:srgbClr val="222222"/>
              </a:solidFill>
              <a:latin typeface="Lato" panose="020F0502020204030203" pitchFamily="34" charset="0"/>
            </a:endParaRPr>
          </a:p>
          <a:p>
            <a:pPr algn="just"/>
            <a:r>
              <a:rPr lang="en-IN" sz="1400" i="0" dirty="0">
                <a:solidFill>
                  <a:srgbClr val="222222"/>
                </a:solidFill>
                <a:effectLst/>
                <a:latin typeface="Lato" panose="020F0502020204030203" pitchFamily="34" charset="0"/>
              </a:rPr>
              <a:t>The idea of principal component analysis (PCA) is to reduce the dimensionality of a dataset consisting of a large number of related variables while retaining as much variance in the data as possible. PCA finds a set of new variables that the original variables are just their linear combinations. The new variables are called Principal Components (PCs)</a:t>
            </a:r>
          </a:p>
          <a:p>
            <a:pPr algn="just"/>
            <a:endParaRPr lang="en-IN" sz="1400" dirty="0">
              <a:solidFill>
                <a:srgbClr val="222222"/>
              </a:solidFill>
              <a:latin typeface="Lato" panose="020F0502020204030203" pitchFamily="34" charset="0"/>
            </a:endParaRPr>
          </a:p>
          <a:p>
            <a:pPr algn="just"/>
            <a:r>
              <a:rPr lang="en-IN" sz="1400" b="1" i="0" dirty="0">
                <a:solidFill>
                  <a:srgbClr val="222222"/>
                </a:solidFill>
                <a:effectLst/>
                <a:latin typeface="Lato" panose="020F0502020204030203" pitchFamily="34" charset="0"/>
              </a:rPr>
              <a:t>Independent Component Analysis: </a:t>
            </a:r>
            <a:r>
              <a:rPr lang="en-IN" sz="1400" i="0" dirty="0">
                <a:solidFill>
                  <a:srgbClr val="222222"/>
                </a:solidFill>
                <a:effectLst/>
                <a:latin typeface="Lato" panose="020F0502020204030203" pitchFamily="34" charset="0"/>
              </a:rPr>
              <a:t> </a:t>
            </a:r>
          </a:p>
          <a:p>
            <a:pPr algn="just"/>
            <a:endParaRPr lang="en-IN" sz="1400" dirty="0">
              <a:solidFill>
                <a:srgbClr val="222222"/>
              </a:solidFill>
              <a:latin typeface="Lato" panose="020F0502020204030203" pitchFamily="34" charset="0"/>
            </a:endParaRPr>
          </a:p>
          <a:p>
            <a:pPr algn="just"/>
            <a:r>
              <a:rPr lang="en-IN" sz="1400" i="0" dirty="0">
                <a:solidFill>
                  <a:srgbClr val="222222"/>
                </a:solidFill>
                <a:effectLst/>
                <a:latin typeface="Lato" panose="020F0502020204030203" pitchFamily="34" charset="0"/>
              </a:rPr>
              <a:t>It is a computational method for separating a multivariate signal into additive subcomponents. This is done by assuming that at most one subcomponent is Gaussian and that the subcomponents are statistically independent from each other. Where PCA looks to find </a:t>
            </a:r>
            <a:r>
              <a:rPr lang="en-IN" sz="1400" dirty="0">
                <a:solidFill>
                  <a:srgbClr val="222222"/>
                </a:solidFill>
                <a:latin typeface="Lato" panose="020F0502020204030203" pitchFamily="34" charset="0"/>
              </a:rPr>
              <a:t>feature components that are as uncorrelated as possible, ICA aims to find Independent Components.</a:t>
            </a:r>
            <a:endParaRPr lang="en-IN" sz="1400" i="0" dirty="0">
              <a:solidFill>
                <a:srgbClr val="222222"/>
              </a:solidFill>
              <a:effectLst/>
              <a:latin typeface="Lato" panose="020F0502020204030203" pitchFamily="34" charset="0"/>
            </a:endParaRPr>
          </a:p>
        </p:txBody>
      </p:sp>
      <p:pic>
        <p:nvPicPr>
          <p:cNvPr id="1028" name="Picture 4" descr="Factor Analysis">
            <a:extLst>
              <a:ext uri="{FF2B5EF4-FFF2-40B4-BE49-F238E27FC236}">
                <a16:creationId xmlns:a16="http://schemas.microsoft.com/office/drawing/2014/main" id="{CFCF8454-F4C5-F9A2-8C3C-177B9EF84D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00" y="1937106"/>
            <a:ext cx="2790825" cy="352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8757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7DE54B-A464-D734-8FE9-942BB182894E}"/>
              </a:ext>
            </a:extLst>
          </p:cNvPr>
          <p:cNvSpPr/>
          <p:nvPr/>
        </p:nvSpPr>
        <p:spPr>
          <a:xfrm>
            <a:off x="0" y="-15875"/>
            <a:ext cx="121920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latin typeface="Britannic Bold" panose="020F0502020204030204" pitchFamily="34" charset="0"/>
              </a:rPr>
              <a:t>Pros of Dimensionality Reduction</a:t>
            </a:r>
          </a:p>
        </p:txBody>
      </p:sp>
      <p:sp>
        <p:nvSpPr>
          <p:cNvPr id="3" name="TextBox 2">
            <a:extLst>
              <a:ext uri="{FF2B5EF4-FFF2-40B4-BE49-F238E27FC236}">
                <a16:creationId xmlns:a16="http://schemas.microsoft.com/office/drawing/2014/main" id="{CA2F5860-04DA-F91C-038D-6411C1B279FB}"/>
              </a:ext>
            </a:extLst>
          </p:cNvPr>
          <p:cNvSpPr txBox="1"/>
          <p:nvPr/>
        </p:nvSpPr>
        <p:spPr>
          <a:xfrm>
            <a:off x="171450" y="975003"/>
            <a:ext cx="11779250" cy="400110"/>
          </a:xfrm>
          <a:prstGeom prst="rect">
            <a:avLst/>
          </a:prstGeom>
          <a:noFill/>
        </p:spPr>
        <p:txBody>
          <a:bodyPr wrap="square">
            <a:spAutoFit/>
          </a:bodyPr>
          <a:lstStyle/>
          <a:p>
            <a:pPr algn="l"/>
            <a:endParaRPr lang="en-IN" sz="2000" dirty="0">
              <a:latin typeface="Söhne"/>
            </a:endParaRPr>
          </a:p>
        </p:txBody>
      </p:sp>
      <p:sp>
        <p:nvSpPr>
          <p:cNvPr id="281" name="Text Box 109">
            <a:extLst>
              <a:ext uri="{FF2B5EF4-FFF2-40B4-BE49-F238E27FC236}">
                <a16:creationId xmlns:a16="http://schemas.microsoft.com/office/drawing/2014/main" id="{2024E005-8533-0D9A-2F6E-D5D30C5612C0}"/>
              </a:ext>
            </a:extLst>
          </p:cNvPr>
          <p:cNvSpPr txBox="1">
            <a:spLocks noChangeArrowheads="1"/>
          </p:cNvSpPr>
          <p:nvPr/>
        </p:nvSpPr>
        <p:spPr bwMode="auto">
          <a:xfrm>
            <a:off x="241300" y="975002"/>
            <a:ext cx="11709400" cy="4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20000"/>
              </a:spcBef>
            </a:pPr>
            <a:r>
              <a:rPr lang="en-IN" altLang="en-US" sz="1600" dirty="0">
                <a:latin typeface="-apple-system"/>
              </a:rPr>
              <a:t>Advantages of Dimensionality Reduction</a:t>
            </a:r>
          </a:p>
          <a:p>
            <a:pPr>
              <a:spcBef>
                <a:spcPct val="20000"/>
              </a:spcBef>
            </a:pPr>
            <a:endParaRPr lang="en-IN" altLang="en-US" sz="1600" dirty="0">
              <a:latin typeface="-apple-system"/>
            </a:endParaRPr>
          </a:p>
          <a:p>
            <a:pPr marL="285750" indent="-285750">
              <a:spcBef>
                <a:spcPct val="20000"/>
              </a:spcBef>
              <a:buFont typeface="Arial" panose="020B0604020202020204" pitchFamily="34" charset="0"/>
              <a:buChar char="•"/>
            </a:pPr>
            <a:r>
              <a:rPr lang="en-IN" altLang="en-US" sz="1600" dirty="0">
                <a:latin typeface="-apple-system"/>
              </a:rPr>
              <a:t>It helps in data compression, and hence reduced storage space.</a:t>
            </a:r>
          </a:p>
          <a:p>
            <a:pPr marL="285750" indent="-285750">
              <a:spcBef>
                <a:spcPct val="20000"/>
              </a:spcBef>
              <a:buFont typeface="Arial" panose="020B0604020202020204" pitchFamily="34" charset="0"/>
              <a:buChar char="•"/>
            </a:pPr>
            <a:r>
              <a:rPr lang="en-IN" altLang="en-US" sz="1600" dirty="0">
                <a:latin typeface="-apple-system"/>
              </a:rPr>
              <a:t>It reduces computation time.</a:t>
            </a:r>
          </a:p>
          <a:p>
            <a:pPr marL="285750" indent="-285750">
              <a:spcBef>
                <a:spcPct val="20000"/>
              </a:spcBef>
              <a:buFont typeface="Arial" panose="020B0604020202020204" pitchFamily="34" charset="0"/>
              <a:buChar char="•"/>
            </a:pPr>
            <a:r>
              <a:rPr lang="en-IN" altLang="en-US" sz="1600" dirty="0">
                <a:latin typeface="-apple-system"/>
              </a:rPr>
              <a:t>It also helps remove redundant features, if any.</a:t>
            </a:r>
          </a:p>
          <a:p>
            <a:pPr marL="285750" indent="-285750">
              <a:spcBef>
                <a:spcPct val="20000"/>
              </a:spcBef>
              <a:buFont typeface="Arial" panose="020B0604020202020204" pitchFamily="34" charset="0"/>
              <a:buChar char="•"/>
            </a:pPr>
            <a:r>
              <a:rPr lang="en-IN" altLang="en-US" sz="1600" dirty="0">
                <a:latin typeface="-apple-system"/>
              </a:rPr>
              <a:t>Improved Visualization: High dimensional data is difficult to visualize, and dimensionality reduction techniques can help in visualizing the data in 2D or 3D, which can help in better understanding and analysis.</a:t>
            </a:r>
          </a:p>
          <a:p>
            <a:pPr marL="285750" indent="-285750">
              <a:spcBef>
                <a:spcPct val="20000"/>
              </a:spcBef>
              <a:buFont typeface="Arial" panose="020B0604020202020204" pitchFamily="34" charset="0"/>
              <a:buChar char="•"/>
            </a:pPr>
            <a:r>
              <a:rPr lang="en-IN" altLang="en-US" sz="1600" dirty="0">
                <a:latin typeface="-apple-system"/>
              </a:rPr>
              <a:t>Overfitting Prevention: High dimensional data may lead to overfitting in machine learning models, which can lead to poor general performance. Dimensionality reduction can help in reducing the complexity of the data, and hence prevent overfitting.</a:t>
            </a:r>
          </a:p>
          <a:p>
            <a:pPr marL="285750" indent="-285750">
              <a:spcBef>
                <a:spcPct val="20000"/>
              </a:spcBef>
              <a:buFont typeface="Arial" panose="020B0604020202020204" pitchFamily="34" charset="0"/>
              <a:buChar char="•"/>
            </a:pPr>
            <a:r>
              <a:rPr lang="en-IN" altLang="en-US" sz="1600" dirty="0">
                <a:latin typeface="-apple-system"/>
              </a:rPr>
              <a:t>Feature Extraction: Dimensionality reduction can help in extracting important features from high dimensional data, which can be useful in feature selection for machine learning models.</a:t>
            </a:r>
          </a:p>
          <a:p>
            <a:pPr marL="285750" indent="-285750">
              <a:spcBef>
                <a:spcPct val="20000"/>
              </a:spcBef>
              <a:buFont typeface="Arial" panose="020B0604020202020204" pitchFamily="34" charset="0"/>
              <a:buChar char="•"/>
            </a:pPr>
            <a:r>
              <a:rPr lang="en-IN" altLang="en-US" sz="1600" dirty="0">
                <a:latin typeface="-apple-system"/>
              </a:rPr>
              <a:t>Data Preprocessing: Dimensionality reduction can be used as a preprocessing step before applying machine learning algorithms to reduce the dimensionality of the data and hence improve the performance of the model.</a:t>
            </a:r>
          </a:p>
          <a:p>
            <a:pPr marL="285750" indent="-285750">
              <a:spcBef>
                <a:spcPct val="20000"/>
              </a:spcBef>
              <a:buFont typeface="Arial" panose="020B0604020202020204" pitchFamily="34" charset="0"/>
              <a:buChar char="•"/>
            </a:pPr>
            <a:r>
              <a:rPr lang="en-IN" altLang="en-US" sz="1600" dirty="0">
                <a:latin typeface="-apple-system"/>
              </a:rPr>
              <a:t>Improved Performance: Dimensionality reduction can help in improving the performance of machine learning models by reducing the complexity of the data, and hence reducing the noise and irrelevant information in the data.</a:t>
            </a:r>
          </a:p>
        </p:txBody>
      </p:sp>
    </p:spTree>
    <p:extLst>
      <p:ext uri="{BB962C8B-B14F-4D97-AF65-F5344CB8AC3E}">
        <p14:creationId xmlns:p14="http://schemas.microsoft.com/office/powerpoint/2010/main" val="1058383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7DE54B-A464-D734-8FE9-942BB182894E}"/>
              </a:ext>
            </a:extLst>
          </p:cNvPr>
          <p:cNvSpPr/>
          <p:nvPr/>
        </p:nvSpPr>
        <p:spPr>
          <a:xfrm>
            <a:off x="0" y="-15875"/>
            <a:ext cx="121920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latin typeface="Britannic Bold" panose="020F0502020204030204" pitchFamily="34" charset="0"/>
              </a:rPr>
              <a:t>Cons of Dimensionality Reduction</a:t>
            </a:r>
          </a:p>
        </p:txBody>
      </p:sp>
      <p:sp>
        <p:nvSpPr>
          <p:cNvPr id="3" name="TextBox 2">
            <a:extLst>
              <a:ext uri="{FF2B5EF4-FFF2-40B4-BE49-F238E27FC236}">
                <a16:creationId xmlns:a16="http://schemas.microsoft.com/office/drawing/2014/main" id="{CA2F5860-04DA-F91C-038D-6411C1B279FB}"/>
              </a:ext>
            </a:extLst>
          </p:cNvPr>
          <p:cNvSpPr txBox="1"/>
          <p:nvPr/>
        </p:nvSpPr>
        <p:spPr>
          <a:xfrm>
            <a:off x="171450" y="975003"/>
            <a:ext cx="11779250" cy="400110"/>
          </a:xfrm>
          <a:prstGeom prst="rect">
            <a:avLst/>
          </a:prstGeom>
          <a:noFill/>
        </p:spPr>
        <p:txBody>
          <a:bodyPr wrap="square">
            <a:spAutoFit/>
          </a:bodyPr>
          <a:lstStyle/>
          <a:p>
            <a:pPr algn="l"/>
            <a:endParaRPr lang="en-IN" sz="2000" dirty="0">
              <a:latin typeface="Söhne"/>
            </a:endParaRPr>
          </a:p>
        </p:txBody>
      </p:sp>
      <p:sp>
        <p:nvSpPr>
          <p:cNvPr id="281" name="Text Box 109">
            <a:extLst>
              <a:ext uri="{FF2B5EF4-FFF2-40B4-BE49-F238E27FC236}">
                <a16:creationId xmlns:a16="http://schemas.microsoft.com/office/drawing/2014/main" id="{2024E005-8533-0D9A-2F6E-D5D30C5612C0}"/>
              </a:ext>
            </a:extLst>
          </p:cNvPr>
          <p:cNvSpPr txBox="1">
            <a:spLocks noChangeArrowheads="1"/>
          </p:cNvSpPr>
          <p:nvPr/>
        </p:nvSpPr>
        <p:spPr bwMode="auto">
          <a:xfrm>
            <a:off x="241300" y="975002"/>
            <a:ext cx="11709400" cy="3982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20000"/>
              </a:spcBef>
            </a:pPr>
            <a:r>
              <a:rPr lang="en-IN" altLang="en-US" sz="1600" dirty="0">
                <a:latin typeface="-apple-system"/>
              </a:rPr>
              <a:t>Disadvantages of Dimensionality Reduction</a:t>
            </a:r>
          </a:p>
          <a:p>
            <a:pPr>
              <a:spcBef>
                <a:spcPct val="20000"/>
              </a:spcBef>
            </a:pPr>
            <a:endParaRPr lang="en-IN" altLang="en-US" sz="1600" dirty="0">
              <a:latin typeface="-apple-system"/>
            </a:endParaRPr>
          </a:p>
          <a:p>
            <a:pPr marL="285750" indent="-285750">
              <a:spcBef>
                <a:spcPct val="20000"/>
              </a:spcBef>
              <a:buFont typeface="Arial" panose="020B0604020202020204" pitchFamily="34" charset="0"/>
              <a:buChar char="•"/>
            </a:pPr>
            <a:r>
              <a:rPr lang="en-IN" altLang="en-US" sz="1600" dirty="0">
                <a:latin typeface="-apple-system"/>
              </a:rPr>
              <a:t>It may lead to some amount of data loss.</a:t>
            </a:r>
          </a:p>
          <a:p>
            <a:pPr marL="285750" indent="-285750">
              <a:spcBef>
                <a:spcPct val="20000"/>
              </a:spcBef>
              <a:buFont typeface="Arial" panose="020B0604020202020204" pitchFamily="34" charset="0"/>
              <a:buChar char="•"/>
            </a:pPr>
            <a:r>
              <a:rPr lang="en-IN" altLang="en-US" sz="1600" dirty="0">
                <a:latin typeface="-apple-system"/>
              </a:rPr>
              <a:t>PCA tends to find linear correlations between variables, which is sometimes undesirable.</a:t>
            </a:r>
          </a:p>
          <a:p>
            <a:pPr marL="285750" indent="-285750">
              <a:spcBef>
                <a:spcPct val="20000"/>
              </a:spcBef>
              <a:buFont typeface="Arial" panose="020B0604020202020204" pitchFamily="34" charset="0"/>
              <a:buChar char="•"/>
            </a:pPr>
            <a:r>
              <a:rPr lang="en-IN" altLang="en-US" sz="1600" dirty="0">
                <a:latin typeface="-apple-system"/>
              </a:rPr>
              <a:t>PCA fails in cases where mean and covariance are not enough to define datasets.</a:t>
            </a:r>
          </a:p>
          <a:p>
            <a:pPr marL="285750" indent="-285750">
              <a:spcBef>
                <a:spcPct val="20000"/>
              </a:spcBef>
              <a:buFont typeface="Arial" panose="020B0604020202020204" pitchFamily="34" charset="0"/>
              <a:buChar char="•"/>
            </a:pPr>
            <a:r>
              <a:rPr lang="en-IN" altLang="en-US" sz="1600" dirty="0">
                <a:latin typeface="-apple-system"/>
              </a:rPr>
              <a:t>We may not know how many principal components to keep- in practice, some thumb rules are applied.</a:t>
            </a:r>
          </a:p>
          <a:p>
            <a:pPr marL="285750" indent="-285750">
              <a:spcBef>
                <a:spcPct val="20000"/>
              </a:spcBef>
              <a:buFont typeface="Arial" panose="020B0604020202020204" pitchFamily="34" charset="0"/>
              <a:buChar char="•"/>
            </a:pPr>
            <a:r>
              <a:rPr lang="en-IN" altLang="en-US" sz="1600" dirty="0">
                <a:latin typeface="-apple-system"/>
              </a:rPr>
              <a:t>Interpretability: The reduced dimensions may not be easily interpretable, and it may be difficult to understand the relationship between the original features and the reduced dimensions.</a:t>
            </a:r>
          </a:p>
          <a:p>
            <a:pPr marL="285750" indent="-285750">
              <a:spcBef>
                <a:spcPct val="20000"/>
              </a:spcBef>
              <a:buFont typeface="Arial" panose="020B0604020202020204" pitchFamily="34" charset="0"/>
              <a:buChar char="•"/>
            </a:pPr>
            <a:r>
              <a:rPr lang="en-IN" altLang="en-US" sz="1600" dirty="0">
                <a:latin typeface="-apple-system"/>
              </a:rPr>
              <a:t>Overfitting: In some cases, dimensionality reduction may lead to overfitting, especially when the number of components is chosen based on the training data.</a:t>
            </a:r>
          </a:p>
          <a:p>
            <a:pPr marL="285750" indent="-285750">
              <a:spcBef>
                <a:spcPct val="20000"/>
              </a:spcBef>
              <a:buFont typeface="Arial" panose="020B0604020202020204" pitchFamily="34" charset="0"/>
              <a:buChar char="•"/>
            </a:pPr>
            <a:r>
              <a:rPr lang="en-IN" altLang="en-US" sz="1600" dirty="0">
                <a:latin typeface="-apple-system"/>
              </a:rPr>
              <a:t>Sensitivity to outliers: Some dimensionality reduction techniques are sensitive to outliers, which can result in a biased representation of the data.</a:t>
            </a:r>
          </a:p>
          <a:p>
            <a:pPr marL="285750" indent="-285750">
              <a:spcBef>
                <a:spcPct val="20000"/>
              </a:spcBef>
              <a:buFont typeface="Arial" panose="020B0604020202020204" pitchFamily="34" charset="0"/>
              <a:buChar char="•"/>
            </a:pPr>
            <a:r>
              <a:rPr lang="en-IN" altLang="en-US" sz="1600" dirty="0">
                <a:latin typeface="-apple-system"/>
              </a:rPr>
              <a:t>Computational complexity: Some dimensionality reduction techniques can be computationally intensive, especially when dealing with large datasets.</a:t>
            </a:r>
          </a:p>
        </p:txBody>
      </p:sp>
    </p:spTree>
    <p:extLst>
      <p:ext uri="{BB962C8B-B14F-4D97-AF65-F5344CB8AC3E}">
        <p14:creationId xmlns:p14="http://schemas.microsoft.com/office/powerpoint/2010/main" val="3027220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ba5c36-b7cf-4793-bbc2-bd5b3a9f95ca}"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6132</TotalTime>
  <Words>1221</Words>
  <Application>Microsoft Office PowerPoint</Application>
  <PresentationFormat>Widescreen</PresentationFormat>
  <Paragraphs>92</Paragraphs>
  <Slides>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-apple-system</vt:lpstr>
      <vt:lpstr>Aptos</vt:lpstr>
      <vt:lpstr>Aptos Display</vt:lpstr>
      <vt:lpstr>Arial</vt:lpstr>
      <vt:lpstr>Baguet Script</vt:lpstr>
      <vt:lpstr>Britannic Bold</vt:lpstr>
      <vt:lpstr>Lato</vt:lpstr>
      <vt:lpstr>Söhne</vt:lpstr>
      <vt:lpstr>Office Theme</vt:lpstr>
      <vt:lpstr>Data Science, Machine Learning &amp; Deep Learning Bootcamp using Python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Machine Learning &amp; Deep Learning Bootcamp using Python</dc:title>
  <dc:creator>Ayandip Ray</dc:creator>
  <cp:lastModifiedBy>Ayandip Ray</cp:lastModifiedBy>
  <cp:revision>35</cp:revision>
  <dcterms:created xsi:type="dcterms:W3CDTF">2023-07-01T11:53:51Z</dcterms:created>
  <dcterms:modified xsi:type="dcterms:W3CDTF">2024-07-15T03:30:56Z</dcterms:modified>
</cp:coreProperties>
</file>